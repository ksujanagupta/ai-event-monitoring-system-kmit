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257" r:id="rId2"/>
    <p:sldId id="258" r:id="rId3"/>
    <p:sldId id="259" r:id="rId4"/>
    <p:sldId id="260" r:id="rId5"/>
    <p:sldId id="261" r:id="rId6"/>
    <p:sldId id="264" r:id="rId7"/>
    <p:sldId id="265" r:id="rId8"/>
    <p:sldId id="263" r:id="rId9"/>
    <p:sldId id="270" r:id="rId10"/>
    <p:sldId id="274" r:id="rId22"/>
    <p:sldId id="275" r:id="rId23"/>
    <p:sldId id="266" r:id="rId11"/>
    <p:sldId id="276" r:id="rId24"/>
    <p:sldId id="269" r:id="rId12"/>
    <p:sldId id="268" r:id="rId13"/>
    <p:sldId id="272" r:id="rId14"/>
    <p:sldId id="267" r:id="rId15"/>
    <p:sldId id="273"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1" d="100"/>
          <a:sy n="91" d="100"/>
        </p:scale>
        <p:origin x="341"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8E8B8D-D583-4F69-9947-E4617E7BD447}" type="datetimeFigureOut">
              <a:rPr lang="en-US" smtClean="0"/>
              <a:t>9/9/2026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6D8DE4-CADC-448F-A1F3-71805CC8AE99}" type="slidenum">
              <a:rPr lang="en-US" smtClean="0"/>
              <a:t>‹#›</a:t>
            </a:fld>
            <a:endParaRPr lang="en-US"/>
          </a:p>
        </p:txBody>
      </p:sp>
    </p:spTree>
    <p:extLst>
      <p:ext uri="{BB962C8B-B14F-4D97-AF65-F5344CB8AC3E}">
        <p14:creationId xmlns:p14="http://schemas.microsoft.com/office/powerpoint/2010/main" val="3399379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73575" y="4686475"/>
            <a:ext cx="5388600" cy="44398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79375" y="739775"/>
            <a:ext cx="6577013" cy="370046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276136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1"/>
        <p:cNvGrpSpPr/>
        <p:nvPr/>
      </p:nvGrpSpPr>
      <p:grpSpPr>
        <a:xfrm>
          <a:off x="0" y="0"/>
          <a:ext cx="0" cy="0"/>
          <a:chOff x="0" y="0"/>
          <a:chExt cx="0" cy="0"/>
        </a:xfrm>
      </p:grpSpPr>
      <p:sp>
        <p:nvSpPr>
          <p:cNvPr id="12" name="Google Shape;12;p5"/>
          <p:cNvSpPr txBox="1">
            <a:spLocks noGrp="1"/>
          </p:cNvSpPr>
          <p:nvPr>
            <p:ph type="ctrTitle"/>
          </p:nvPr>
        </p:nvSpPr>
        <p:spPr>
          <a:xfrm>
            <a:off x="914400" y="2130427"/>
            <a:ext cx="10363200" cy="1470025"/>
          </a:xfrm>
          <a:prstGeom prst="rect">
            <a:avLst/>
          </a:prstGeom>
          <a:noFill/>
          <a:ln>
            <a:noFill/>
          </a:ln>
        </p:spPr>
        <p:txBody>
          <a:bodyPr spcFirstLastPara="1" wrap="square" lIns="81025" tIns="40500" rIns="81025" bIns="405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5"/>
          <p:cNvSpPr txBox="1">
            <a:spLocks noGrp="1"/>
          </p:cNvSpPr>
          <p:nvPr>
            <p:ph type="subTitle" idx="1"/>
          </p:nvPr>
        </p:nvSpPr>
        <p:spPr>
          <a:xfrm>
            <a:off x="1828800" y="3886200"/>
            <a:ext cx="8534400" cy="1752600"/>
          </a:xfrm>
          <a:prstGeom prst="rect">
            <a:avLst/>
          </a:prstGeom>
          <a:noFill/>
          <a:ln>
            <a:noFill/>
          </a:ln>
        </p:spPr>
        <p:txBody>
          <a:bodyPr spcFirstLastPara="1" wrap="square" lIns="81025" tIns="40500" rIns="81025" bIns="40500" anchor="t" anchorCtr="0">
            <a:normAutofit/>
          </a:bodyPr>
          <a:lstStyle>
            <a:lvl1pPr lvl="0" algn="ctr">
              <a:lnSpc>
                <a:spcPct val="100000"/>
              </a:lnSpc>
              <a:spcBef>
                <a:spcPts val="672"/>
              </a:spcBef>
              <a:spcAft>
                <a:spcPts val="0"/>
              </a:spcAft>
              <a:buClr>
                <a:srgbClr val="888888"/>
              </a:buClr>
              <a:buSzPts val="3360"/>
              <a:buNone/>
              <a:defRPr>
                <a:solidFill>
                  <a:srgbClr val="888888"/>
                </a:solidFill>
              </a:defRPr>
            </a:lvl1pPr>
            <a:lvl2pPr lvl="1" algn="ctr">
              <a:lnSpc>
                <a:spcPct val="100000"/>
              </a:lnSpc>
              <a:spcBef>
                <a:spcPts val="600"/>
              </a:spcBef>
              <a:spcAft>
                <a:spcPts val="0"/>
              </a:spcAft>
              <a:buClr>
                <a:srgbClr val="888888"/>
              </a:buClr>
              <a:buSzPts val="3000"/>
              <a:buNone/>
              <a:defRPr>
                <a:solidFill>
                  <a:srgbClr val="888888"/>
                </a:solidFill>
              </a:defRPr>
            </a:lvl2pPr>
            <a:lvl3pPr lvl="2" algn="ctr">
              <a:lnSpc>
                <a:spcPct val="100000"/>
              </a:lnSpc>
              <a:spcBef>
                <a:spcPts val="504"/>
              </a:spcBef>
              <a:spcAft>
                <a:spcPts val="0"/>
              </a:spcAft>
              <a:buClr>
                <a:srgbClr val="888888"/>
              </a:buClr>
              <a:buSzPts val="2520"/>
              <a:buNone/>
              <a:defRPr>
                <a:solidFill>
                  <a:srgbClr val="888888"/>
                </a:solidFill>
              </a:defRPr>
            </a:lvl3pPr>
            <a:lvl4pPr lvl="3" algn="ctr">
              <a:lnSpc>
                <a:spcPct val="100000"/>
              </a:lnSpc>
              <a:spcBef>
                <a:spcPts val="432"/>
              </a:spcBef>
              <a:spcAft>
                <a:spcPts val="0"/>
              </a:spcAft>
              <a:buClr>
                <a:srgbClr val="888888"/>
              </a:buClr>
              <a:buSzPts val="2160"/>
              <a:buNone/>
              <a:defRPr>
                <a:solidFill>
                  <a:srgbClr val="888888"/>
                </a:solidFill>
              </a:defRPr>
            </a:lvl4pPr>
            <a:lvl5pPr lvl="4" algn="ctr">
              <a:lnSpc>
                <a:spcPct val="100000"/>
              </a:lnSpc>
              <a:spcBef>
                <a:spcPts val="432"/>
              </a:spcBef>
              <a:spcAft>
                <a:spcPts val="0"/>
              </a:spcAft>
              <a:buClr>
                <a:srgbClr val="888888"/>
              </a:buClr>
              <a:buSzPts val="2160"/>
              <a:buNone/>
              <a:defRPr>
                <a:solidFill>
                  <a:srgbClr val="888888"/>
                </a:solidFill>
              </a:defRPr>
            </a:lvl5pPr>
            <a:lvl6pPr lvl="5" algn="ctr">
              <a:lnSpc>
                <a:spcPct val="100000"/>
              </a:lnSpc>
              <a:spcBef>
                <a:spcPts val="432"/>
              </a:spcBef>
              <a:spcAft>
                <a:spcPts val="0"/>
              </a:spcAft>
              <a:buClr>
                <a:srgbClr val="888888"/>
              </a:buClr>
              <a:buSzPts val="2160"/>
              <a:buNone/>
              <a:defRPr>
                <a:solidFill>
                  <a:srgbClr val="888888"/>
                </a:solidFill>
              </a:defRPr>
            </a:lvl6pPr>
            <a:lvl7pPr lvl="6" algn="ctr">
              <a:lnSpc>
                <a:spcPct val="100000"/>
              </a:lnSpc>
              <a:spcBef>
                <a:spcPts val="432"/>
              </a:spcBef>
              <a:spcAft>
                <a:spcPts val="0"/>
              </a:spcAft>
              <a:buClr>
                <a:srgbClr val="888888"/>
              </a:buClr>
              <a:buSzPts val="2160"/>
              <a:buNone/>
              <a:defRPr>
                <a:solidFill>
                  <a:srgbClr val="888888"/>
                </a:solidFill>
              </a:defRPr>
            </a:lvl7pPr>
            <a:lvl8pPr lvl="7" algn="ctr">
              <a:lnSpc>
                <a:spcPct val="100000"/>
              </a:lnSpc>
              <a:spcBef>
                <a:spcPts val="432"/>
              </a:spcBef>
              <a:spcAft>
                <a:spcPts val="0"/>
              </a:spcAft>
              <a:buClr>
                <a:srgbClr val="888888"/>
              </a:buClr>
              <a:buSzPts val="2160"/>
              <a:buNone/>
              <a:defRPr>
                <a:solidFill>
                  <a:srgbClr val="888888"/>
                </a:solidFill>
              </a:defRPr>
            </a:lvl8pPr>
            <a:lvl9pPr lvl="8" algn="ctr">
              <a:lnSpc>
                <a:spcPct val="100000"/>
              </a:lnSpc>
              <a:spcBef>
                <a:spcPts val="432"/>
              </a:spcBef>
              <a:spcAft>
                <a:spcPts val="0"/>
              </a:spcAft>
              <a:buClr>
                <a:srgbClr val="888888"/>
              </a:buClr>
              <a:buSzPts val="2160"/>
              <a:buNone/>
              <a:defRPr>
                <a:solidFill>
                  <a:srgbClr val="888888"/>
                </a:solidFill>
              </a:defRPr>
            </a:lvl9pPr>
          </a:lstStyle>
          <a:p>
            <a:endParaRPr/>
          </a:p>
        </p:txBody>
      </p:sp>
      <p:sp>
        <p:nvSpPr>
          <p:cNvPr id="14" name="Google Shape;14;p5"/>
          <p:cNvSpPr txBox="1">
            <a:spLocks noGrp="1"/>
          </p:cNvSpPr>
          <p:nvPr>
            <p:ph type="dt" idx="10"/>
          </p:nvPr>
        </p:nvSpPr>
        <p:spPr>
          <a:xfrm>
            <a:off x="609600" y="6356353"/>
            <a:ext cx="2844800" cy="365125"/>
          </a:xfrm>
          <a:prstGeom prst="rect">
            <a:avLst/>
          </a:prstGeom>
          <a:noFill/>
          <a:ln>
            <a:noFill/>
          </a:ln>
        </p:spPr>
        <p:txBody>
          <a:bodyPr spcFirstLastPara="1" wrap="square" lIns="81025" tIns="40500" rIns="81025" bIns="405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5"/>
          <p:cNvSpPr txBox="1">
            <a:spLocks noGrp="1"/>
          </p:cNvSpPr>
          <p:nvPr>
            <p:ph type="ftr" idx="11"/>
          </p:nvPr>
        </p:nvSpPr>
        <p:spPr>
          <a:xfrm>
            <a:off x="4165600" y="6356353"/>
            <a:ext cx="3860800" cy="365125"/>
          </a:xfrm>
          <a:prstGeom prst="rect">
            <a:avLst/>
          </a:prstGeom>
          <a:noFill/>
          <a:ln>
            <a:noFill/>
          </a:ln>
        </p:spPr>
        <p:txBody>
          <a:bodyPr spcFirstLastPara="1" wrap="square" lIns="81025" tIns="40500" rIns="81025" bIns="405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5"/>
          <p:cNvSpPr txBox="1">
            <a:spLocks noGrp="1"/>
          </p:cNvSpPr>
          <p:nvPr>
            <p:ph type="sldNum" idx="12"/>
          </p:nvPr>
        </p:nvSpPr>
        <p:spPr>
          <a:xfrm>
            <a:off x="8737600" y="6356353"/>
            <a:ext cx="2844800" cy="365125"/>
          </a:xfrm>
          <a:prstGeom prst="rect">
            <a:avLst/>
          </a:prstGeom>
          <a:noFill/>
          <a:ln>
            <a:noFill/>
          </a:ln>
        </p:spPr>
        <p:txBody>
          <a:bodyPr spcFirstLastPara="1" wrap="square" lIns="81025" tIns="40500" rIns="81025" bIns="40500" anchor="ctr" anchorCtr="0">
            <a:noAutofit/>
          </a:bodyPr>
          <a:lstStyle>
            <a:lvl1pPr marL="0" marR="0" lvl="0"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9pPr>
          </a:lstStyle>
          <a:p>
            <a:fld id="{00000000-1234-1234-1234-123412341234}" type="slidenum">
              <a:rPr lang="en-US"/>
              <a:pPr/>
              <a:t>‹#›</a:t>
            </a:fld>
            <a:endParaRPr/>
          </a:p>
        </p:txBody>
      </p:sp>
    </p:spTree>
    <p:extLst>
      <p:ext uri="{BB962C8B-B14F-4D97-AF65-F5344CB8AC3E}">
        <p14:creationId xmlns:p14="http://schemas.microsoft.com/office/powerpoint/2010/main" val="9203120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23"/>
        <p:cNvGrpSpPr/>
        <p:nvPr/>
      </p:nvGrpSpPr>
      <p:grpSpPr>
        <a:xfrm>
          <a:off x="0" y="0"/>
          <a:ext cx="0" cy="0"/>
          <a:chOff x="0" y="0"/>
          <a:chExt cx="0" cy="0"/>
        </a:xfrm>
      </p:grpSpPr>
      <p:sp>
        <p:nvSpPr>
          <p:cNvPr id="24" name="Google Shape;24;p43"/>
          <p:cNvSpPr txBox="1">
            <a:spLocks noGrp="1"/>
          </p:cNvSpPr>
          <p:nvPr>
            <p:ph type="title"/>
          </p:nvPr>
        </p:nvSpPr>
        <p:spPr>
          <a:xfrm>
            <a:off x="609600" y="274638"/>
            <a:ext cx="10972800" cy="1143000"/>
          </a:xfrm>
          <a:prstGeom prst="rect">
            <a:avLst/>
          </a:prstGeom>
          <a:noFill/>
          <a:ln>
            <a:noFill/>
          </a:ln>
        </p:spPr>
        <p:txBody>
          <a:bodyPr spcFirstLastPara="1" wrap="square" lIns="81025" tIns="40500" rIns="81025" bIns="40500" anchor="ctr" anchorCtr="0">
            <a:normAutofit/>
          </a:bodyPr>
          <a:lstStyle>
            <a:lvl1pPr lvl="0" algn="ctr">
              <a:lnSpc>
                <a:spcPct val="100000"/>
              </a:lnSpc>
              <a:spcBef>
                <a:spcPts val="0"/>
              </a:spcBef>
              <a:spcAft>
                <a:spcPts val="0"/>
              </a:spcAft>
              <a:buSzPts val="468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43"/>
          <p:cNvSpPr txBox="1">
            <a:spLocks noGrp="1"/>
          </p:cNvSpPr>
          <p:nvPr>
            <p:ph type="body" idx="1"/>
          </p:nvPr>
        </p:nvSpPr>
        <p:spPr>
          <a:xfrm>
            <a:off x="609600" y="1535113"/>
            <a:ext cx="5386917" cy="639762"/>
          </a:xfrm>
          <a:prstGeom prst="rect">
            <a:avLst/>
          </a:prstGeom>
          <a:noFill/>
          <a:ln>
            <a:noFill/>
          </a:ln>
        </p:spPr>
        <p:txBody>
          <a:bodyPr spcFirstLastPara="1" wrap="square" lIns="81025" tIns="40500" rIns="81025" bIns="40500" anchor="b" anchorCtr="0">
            <a:normAutofit/>
          </a:bodyPr>
          <a:lstStyle>
            <a:lvl1pPr marL="457200" lvl="0" indent="-228600" algn="l">
              <a:lnSpc>
                <a:spcPct val="100000"/>
              </a:lnSpc>
              <a:spcBef>
                <a:spcPts val="672"/>
              </a:spcBef>
              <a:spcAft>
                <a:spcPts val="0"/>
              </a:spcAft>
              <a:buSzPts val="3360"/>
              <a:buNone/>
              <a:defRPr sz="2400" b="1"/>
            </a:lvl1pPr>
            <a:lvl2pPr marL="914400" lvl="1" indent="-228600" algn="l">
              <a:lnSpc>
                <a:spcPct val="100000"/>
              </a:lnSpc>
              <a:spcBef>
                <a:spcPts val="600"/>
              </a:spcBef>
              <a:spcAft>
                <a:spcPts val="0"/>
              </a:spcAft>
              <a:buSzPts val="3000"/>
              <a:buNone/>
              <a:defRPr sz="2000" b="1"/>
            </a:lvl2pPr>
            <a:lvl3pPr marL="1371600" lvl="2" indent="-228600" algn="l">
              <a:lnSpc>
                <a:spcPct val="100000"/>
              </a:lnSpc>
              <a:spcBef>
                <a:spcPts val="504"/>
              </a:spcBef>
              <a:spcAft>
                <a:spcPts val="0"/>
              </a:spcAft>
              <a:buSzPts val="2520"/>
              <a:buNone/>
              <a:defRPr sz="1800" b="1"/>
            </a:lvl3pPr>
            <a:lvl4pPr marL="1828800" lvl="3" indent="-228600" algn="l">
              <a:lnSpc>
                <a:spcPct val="100000"/>
              </a:lnSpc>
              <a:spcBef>
                <a:spcPts val="432"/>
              </a:spcBef>
              <a:spcAft>
                <a:spcPts val="0"/>
              </a:spcAft>
              <a:buSzPts val="2160"/>
              <a:buNone/>
              <a:defRPr sz="1600" b="1"/>
            </a:lvl4pPr>
            <a:lvl5pPr marL="2286000" lvl="4" indent="-228600" algn="l">
              <a:lnSpc>
                <a:spcPct val="100000"/>
              </a:lnSpc>
              <a:spcBef>
                <a:spcPts val="432"/>
              </a:spcBef>
              <a:spcAft>
                <a:spcPts val="0"/>
              </a:spcAft>
              <a:buSzPts val="2160"/>
              <a:buNone/>
              <a:defRPr sz="1600" b="1"/>
            </a:lvl5pPr>
            <a:lvl6pPr marL="2743200" lvl="5" indent="-228600" algn="l">
              <a:lnSpc>
                <a:spcPct val="100000"/>
              </a:lnSpc>
              <a:spcBef>
                <a:spcPts val="432"/>
              </a:spcBef>
              <a:spcAft>
                <a:spcPts val="0"/>
              </a:spcAft>
              <a:buSzPts val="2160"/>
              <a:buNone/>
              <a:defRPr sz="1600" b="1"/>
            </a:lvl6pPr>
            <a:lvl7pPr marL="3200400" lvl="6" indent="-228600" algn="l">
              <a:lnSpc>
                <a:spcPct val="100000"/>
              </a:lnSpc>
              <a:spcBef>
                <a:spcPts val="432"/>
              </a:spcBef>
              <a:spcAft>
                <a:spcPts val="0"/>
              </a:spcAft>
              <a:buSzPts val="2160"/>
              <a:buNone/>
              <a:defRPr sz="1600" b="1"/>
            </a:lvl7pPr>
            <a:lvl8pPr marL="3657600" lvl="7" indent="-228600" algn="l">
              <a:lnSpc>
                <a:spcPct val="100000"/>
              </a:lnSpc>
              <a:spcBef>
                <a:spcPts val="432"/>
              </a:spcBef>
              <a:spcAft>
                <a:spcPts val="0"/>
              </a:spcAft>
              <a:buSzPts val="2160"/>
              <a:buNone/>
              <a:defRPr sz="1600" b="1"/>
            </a:lvl8pPr>
            <a:lvl9pPr marL="4114800" lvl="8" indent="-228600" algn="l">
              <a:lnSpc>
                <a:spcPct val="100000"/>
              </a:lnSpc>
              <a:spcBef>
                <a:spcPts val="432"/>
              </a:spcBef>
              <a:spcAft>
                <a:spcPts val="0"/>
              </a:spcAft>
              <a:buSzPts val="2160"/>
              <a:buNone/>
              <a:defRPr sz="1600" b="1"/>
            </a:lvl9pPr>
          </a:lstStyle>
          <a:p>
            <a:endParaRPr/>
          </a:p>
        </p:txBody>
      </p:sp>
      <p:sp>
        <p:nvSpPr>
          <p:cNvPr id="26" name="Google Shape;26;p43"/>
          <p:cNvSpPr txBox="1">
            <a:spLocks noGrp="1"/>
          </p:cNvSpPr>
          <p:nvPr>
            <p:ph type="body" idx="2"/>
          </p:nvPr>
        </p:nvSpPr>
        <p:spPr>
          <a:xfrm>
            <a:off x="609600" y="2174875"/>
            <a:ext cx="5386917" cy="3951288"/>
          </a:xfrm>
          <a:prstGeom prst="rect">
            <a:avLst/>
          </a:prstGeom>
          <a:noFill/>
          <a:ln>
            <a:noFill/>
          </a:ln>
        </p:spPr>
        <p:txBody>
          <a:bodyPr spcFirstLastPara="1" wrap="square" lIns="81025" tIns="40500" rIns="81025" bIns="40500" anchor="t" anchorCtr="0">
            <a:normAutofit/>
          </a:bodyPr>
          <a:lstStyle>
            <a:lvl1pPr marL="457200" lvl="0" indent="-441960" algn="l">
              <a:lnSpc>
                <a:spcPct val="100000"/>
              </a:lnSpc>
              <a:spcBef>
                <a:spcPts val="672"/>
              </a:spcBef>
              <a:spcAft>
                <a:spcPts val="0"/>
              </a:spcAft>
              <a:buSzPts val="3360"/>
              <a:buChar char="•"/>
              <a:defRPr sz="2400"/>
            </a:lvl1pPr>
            <a:lvl2pPr marL="914400" lvl="1" indent="-419100" algn="l">
              <a:lnSpc>
                <a:spcPct val="100000"/>
              </a:lnSpc>
              <a:spcBef>
                <a:spcPts val="600"/>
              </a:spcBef>
              <a:spcAft>
                <a:spcPts val="0"/>
              </a:spcAft>
              <a:buSzPts val="3000"/>
              <a:buChar char="–"/>
              <a:defRPr sz="2000"/>
            </a:lvl2pPr>
            <a:lvl3pPr marL="1371600" lvl="2" indent="-388619" algn="l">
              <a:lnSpc>
                <a:spcPct val="100000"/>
              </a:lnSpc>
              <a:spcBef>
                <a:spcPts val="504"/>
              </a:spcBef>
              <a:spcAft>
                <a:spcPts val="0"/>
              </a:spcAft>
              <a:buSzPts val="2520"/>
              <a:buChar char="•"/>
              <a:defRPr sz="1800"/>
            </a:lvl3pPr>
            <a:lvl4pPr marL="1828800" lvl="3" indent="-365760" algn="l">
              <a:lnSpc>
                <a:spcPct val="100000"/>
              </a:lnSpc>
              <a:spcBef>
                <a:spcPts val="432"/>
              </a:spcBef>
              <a:spcAft>
                <a:spcPts val="0"/>
              </a:spcAft>
              <a:buSzPts val="2160"/>
              <a:buChar char="–"/>
              <a:defRPr sz="1600"/>
            </a:lvl4pPr>
            <a:lvl5pPr marL="2286000" lvl="4" indent="-365760" algn="l">
              <a:lnSpc>
                <a:spcPct val="100000"/>
              </a:lnSpc>
              <a:spcBef>
                <a:spcPts val="432"/>
              </a:spcBef>
              <a:spcAft>
                <a:spcPts val="0"/>
              </a:spcAft>
              <a:buSzPts val="2160"/>
              <a:buChar char="»"/>
              <a:defRPr sz="1600"/>
            </a:lvl5pPr>
            <a:lvl6pPr marL="2743200" lvl="5" indent="-365760" algn="l">
              <a:lnSpc>
                <a:spcPct val="100000"/>
              </a:lnSpc>
              <a:spcBef>
                <a:spcPts val="432"/>
              </a:spcBef>
              <a:spcAft>
                <a:spcPts val="0"/>
              </a:spcAft>
              <a:buSzPts val="2160"/>
              <a:buChar char="•"/>
              <a:defRPr sz="1600"/>
            </a:lvl6pPr>
            <a:lvl7pPr marL="3200400" lvl="6" indent="-365760" algn="l">
              <a:lnSpc>
                <a:spcPct val="100000"/>
              </a:lnSpc>
              <a:spcBef>
                <a:spcPts val="432"/>
              </a:spcBef>
              <a:spcAft>
                <a:spcPts val="0"/>
              </a:spcAft>
              <a:buSzPts val="2160"/>
              <a:buChar char="•"/>
              <a:defRPr sz="1600"/>
            </a:lvl7pPr>
            <a:lvl8pPr marL="3657600" lvl="7" indent="-365759" algn="l">
              <a:lnSpc>
                <a:spcPct val="100000"/>
              </a:lnSpc>
              <a:spcBef>
                <a:spcPts val="432"/>
              </a:spcBef>
              <a:spcAft>
                <a:spcPts val="0"/>
              </a:spcAft>
              <a:buSzPts val="2160"/>
              <a:buChar char="•"/>
              <a:defRPr sz="1600"/>
            </a:lvl8pPr>
            <a:lvl9pPr marL="4114800" lvl="8" indent="-365759" algn="l">
              <a:lnSpc>
                <a:spcPct val="100000"/>
              </a:lnSpc>
              <a:spcBef>
                <a:spcPts val="432"/>
              </a:spcBef>
              <a:spcAft>
                <a:spcPts val="0"/>
              </a:spcAft>
              <a:buSzPts val="2160"/>
              <a:buChar char="•"/>
              <a:defRPr sz="1600"/>
            </a:lvl9pPr>
          </a:lstStyle>
          <a:p>
            <a:endParaRPr/>
          </a:p>
        </p:txBody>
      </p:sp>
      <p:sp>
        <p:nvSpPr>
          <p:cNvPr id="27" name="Google Shape;27;p43"/>
          <p:cNvSpPr txBox="1">
            <a:spLocks noGrp="1"/>
          </p:cNvSpPr>
          <p:nvPr>
            <p:ph type="body" idx="3"/>
          </p:nvPr>
        </p:nvSpPr>
        <p:spPr>
          <a:xfrm>
            <a:off x="6193368" y="1535113"/>
            <a:ext cx="5389033" cy="639762"/>
          </a:xfrm>
          <a:prstGeom prst="rect">
            <a:avLst/>
          </a:prstGeom>
          <a:noFill/>
          <a:ln>
            <a:noFill/>
          </a:ln>
        </p:spPr>
        <p:txBody>
          <a:bodyPr spcFirstLastPara="1" wrap="square" lIns="81025" tIns="40500" rIns="81025" bIns="40500" anchor="b" anchorCtr="0">
            <a:normAutofit/>
          </a:bodyPr>
          <a:lstStyle>
            <a:lvl1pPr marL="457200" lvl="0" indent="-228600" algn="l">
              <a:lnSpc>
                <a:spcPct val="100000"/>
              </a:lnSpc>
              <a:spcBef>
                <a:spcPts val="672"/>
              </a:spcBef>
              <a:spcAft>
                <a:spcPts val="0"/>
              </a:spcAft>
              <a:buSzPts val="3360"/>
              <a:buNone/>
              <a:defRPr sz="2400" b="1"/>
            </a:lvl1pPr>
            <a:lvl2pPr marL="914400" lvl="1" indent="-228600" algn="l">
              <a:lnSpc>
                <a:spcPct val="100000"/>
              </a:lnSpc>
              <a:spcBef>
                <a:spcPts val="600"/>
              </a:spcBef>
              <a:spcAft>
                <a:spcPts val="0"/>
              </a:spcAft>
              <a:buSzPts val="3000"/>
              <a:buNone/>
              <a:defRPr sz="2000" b="1"/>
            </a:lvl2pPr>
            <a:lvl3pPr marL="1371600" lvl="2" indent="-228600" algn="l">
              <a:lnSpc>
                <a:spcPct val="100000"/>
              </a:lnSpc>
              <a:spcBef>
                <a:spcPts val="504"/>
              </a:spcBef>
              <a:spcAft>
                <a:spcPts val="0"/>
              </a:spcAft>
              <a:buSzPts val="2520"/>
              <a:buNone/>
              <a:defRPr sz="1800" b="1"/>
            </a:lvl3pPr>
            <a:lvl4pPr marL="1828800" lvl="3" indent="-228600" algn="l">
              <a:lnSpc>
                <a:spcPct val="100000"/>
              </a:lnSpc>
              <a:spcBef>
                <a:spcPts val="432"/>
              </a:spcBef>
              <a:spcAft>
                <a:spcPts val="0"/>
              </a:spcAft>
              <a:buSzPts val="2160"/>
              <a:buNone/>
              <a:defRPr sz="1600" b="1"/>
            </a:lvl4pPr>
            <a:lvl5pPr marL="2286000" lvl="4" indent="-228600" algn="l">
              <a:lnSpc>
                <a:spcPct val="100000"/>
              </a:lnSpc>
              <a:spcBef>
                <a:spcPts val="432"/>
              </a:spcBef>
              <a:spcAft>
                <a:spcPts val="0"/>
              </a:spcAft>
              <a:buSzPts val="2160"/>
              <a:buNone/>
              <a:defRPr sz="1600" b="1"/>
            </a:lvl5pPr>
            <a:lvl6pPr marL="2743200" lvl="5" indent="-228600" algn="l">
              <a:lnSpc>
                <a:spcPct val="100000"/>
              </a:lnSpc>
              <a:spcBef>
                <a:spcPts val="432"/>
              </a:spcBef>
              <a:spcAft>
                <a:spcPts val="0"/>
              </a:spcAft>
              <a:buSzPts val="2160"/>
              <a:buNone/>
              <a:defRPr sz="1600" b="1"/>
            </a:lvl6pPr>
            <a:lvl7pPr marL="3200400" lvl="6" indent="-228600" algn="l">
              <a:lnSpc>
                <a:spcPct val="100000"/>
              </a:lnSpc>
              <a:spcBef>
                <a:spcPts val="432"/>
              </a:spcBef>
              <a:spcAft>
                <a:spcPts val="0"/>
              </a:spcAft>
              <a:buSzPts val="2160"/>
              <a:buNone/>
              <a:defRPr sz="1600" b="1"/>
            </a:lvl7pPr>
            <a:lvl8pPr marL="3657600" lvl="7" indent="-228600" algn="l">
              <a:lnSpc>
                <a:spcPct val="100000"/>
              </a:lnSpc>
              <a:spcBef>
                <a:spcPts val="432"/>
              </a:spcBef>
              <a:spcAft>
                <a:spcPts val="0"/>
              </a:spcAft>
              <a:buSzPts val="2160"/>
              <a:buNone/>
              <a:defRPr sz="1600" b="1"/>
            </a:lvl8pPr>
            <a:lvl9pPr marL="4114800" lvl="8" indent="-228600" algn="l">
              <a:lnSpc>
                <a:spcPct val="100000"/>
              </a:lnSpc>
              <a:spcBef>
                <a:spcPts val="432"/>
              </a:spcBef>
              <a:spcAft>
                <a:spcPts val="0"/>
              </a:spcAft>
              <a:buSzPts val="2160"/>
              <a:buNone/>
              <a:defRPr sz="1600" b="1"/>
            </a:lvl9pPr>
          </a:lstStyle>
          <a:p>
            <a:endParaRPr/>
          </a:p>
        </p:txBody>
      </p:sp>
      <p:sp>
        <p:nvSpPr>
          <p:cNvPr id="28" name="Google Shape;28;p43"/>
          <p:cNvSpPr txBox="1">
            <a:spLocks noGrp="1"/>
          </p:cNvSpPr>
          <p:nvPr>
            <p:ph type="body" idx="4"/>
          </p:nvPr>
        </p:nvSpPr>
        <p:spPr>
          <a:xfrm>
            <a:off x="6193368" y="2174875"/>
            <a:ext cx="5389033" cy="3951288"/>
          </a:xfrm>
          <a:prstGeom prst="rect">
            <a:avLst/>
          </a:prstGeom>
          <a:noFill/>
          <a:ln>
            <a:noFill/>
          </a:ln>
        </p:spPr>
        <p:txBody>
          <a:bodyPr spcFirstLastPara="1" wrap="square" lIns="81025" tIns="40500" rIns="81025" bIns="40500" anchor="t" anchorCtr="0">
            <a:normAutofit/>
          </a:bodyPr>
          <a:lstStyle>
            <a:lvl1pPr marL="457200" lvl="0" indent="-441960" algn="l">
              <a:lnSpc>
                <a:spcPct val="100000"/>
              </a:lnSpc>
              <a:spcBef>
                <a:spcPts val="672"/>
              </a:spcBef>
              <a:spcAft>
                <a:spcPts val="0"/>
              </a:spcAft>
              <a:buSzPts val="3360"/>
              <a:buChar char="•"/>
              <a:defRPr sz="2400"/>
            </a:lvl1pPr>
            <a:lvl2pPr marL="914400" lvl="1" indent="-419100" algn="l">
              <a:lnSpc>
                <a:spcPct val="100000"/>
              </a:lnSpc>
              <a:spcBef>
                <a:spcPts val="600"/>
              </a:spcBef>
              <a:spcAft>
                <a:spcPts val="0"/>
              </a:spcAft>
              <a:buSzPts val="3000"/>
              <a:buChar char="–"/>
              <a:defRPr sz="2000"/>
            </a:lvl2pPr>
            <a:lvl3pPr marL="1371600" lvl="2" indent="-388619" algn="l">
              <a:lnSpc>
                <a:spcPct val="100000"/>
              </a:lnSpc>
              <a:spcBef>
                <a:spcPts val="504"/>
              </a:spcBef>
              <a:spcAft>
                <a:spcPts val="0"/>
              </a:spcAft>
              <a:buSzPts val="2520"/>
              <a:buChar char="•"/>
              <a:defRPr sz="1800"/>
            </a:lvl3pPr>
            <a:lvl4pPr marL="1828800" lvl="3" indent="-365760" algn="l">
              <a:lnSpc>
                <a:spcPct val="100000"/>
              </a:lnSpc>
              <a:spcBef>
                <a:spcPts val="432"/>
              </a:spcBef>
              <a:spcAft>
                <a:spcPts val="0"/>
              </a:spcAft>
              <a:buSzPts val="2160"/>
              <a:buChar char="–"/>
              <a:defRPr sz="1600"/>
            </a:lvl4pPr>
            <a:lvl5pPr marL="2286000" lvl="4" indent="-365760" algn="l">
              <a:lnSpc>
                <a:spcPct val="100000"/>
              </a:lnSpc>
              <a:spcBef>
                <a:spcPts val="432"/>
              </a:spcBef>
              <a:spcAft>
                <a:spcPts val="0"/>
              </a:spcAft>
              <a:buSzPts val="2160"/>
              <a:buChar char="»"/>
              <a:defRPr sz="1600"/>
            </a:lvl5pPr>
            <a:lvl6pPr marL="2743200" lvl="5" indent="-365760" algn="l">
              <a:lnSpc>
                <a:spcPct val="100000"/>
              </a:lnSpc>
              <a:spcBef>
                <a:spcPts val="432"/>
              </a:spcBef>
              <a:spcAft>
                <a:spcPts val="0"/>
              </a:spcAft>
              <a:buSzPts val="2160"/>
              <a:buChar char="•"/>
              <a:defRPr sz="1600"/>
            </a:lvl6pPr>
            <a:lvl7pPr marL="3200400" lvl="6" indent="-365760" algn="l">
              <a:lnSpc>
                <a:spcPct val="100000"/>
              </a:lnSpc>
              <a:spcBef>
                <a:spcPts val="432"/>
              </a:spcBef>
              <a:spcAft>
                <a:spcPts val="0"/>
              </a:spcAft>
              <a:buSzPts val="2160"/>
              <a:buChar char="•"/>
              <a:defRPr sz="1600"/>
            </a:lvl7pPr>
            <a:lvl8pPr marL="3657600" lvl="7" indent="-365759" algn="l">
              <a:lnSpc>
                <a:spcPct val="100000"/>
              </a:lnSpc>
              <a:spcBef>
                <a:spcPts val="432"/>
              </a:spcBef>
              <a:spcAft>
                <a:spcPts val="0"/>
              </a:spcAft>
              <a:buSzPts val="2160"/>
              <a:buChar char="•"/>
              <a:defRPr sz="1600"/>
            </a:lvl8pPr>
            <a:lvl9pPr marL="4114800" lvl="8" indent="-365759" algn="l">
              <a:lnSpc>
                <a:spcPct val="100000"/>
              </a:lnSpc>
              <a:spcBef>
                <a:spcPts val="432"/>
              </a:spcBef>
              <a:spcAft>
                <a:spcPts val="0"/>
              </a:spcAft>
              <a:buSzPts val="2160"/>
              <a:buChar char="•"/>
              <a:defRPr sz="1600"/>
            </a:lvl9pPr>
          </a:lstStyle>
          <a:p>
            <a:endParaRPr/>
          </a:p>
        </p:txBody>
      </p:sp>
      <p:sp>
        <p:nvSpPr>
          <p:cNvPr id="29" name="Google Shape;29;p43"/>
          <p:cNvSpPr txBox="1">
            <a:spLocks noGrp="1"/>
          </p:cNvSpPr>
          <p:nvPr>
            <p:ph type="dt" idx="10"/>
          </p:nvPr>
        </p:nvSpPr>
        <p:spPr>
          <a:xfrm>
            <a:off x="609600" y="6356353"/>
            <a:ext cx="2844800" cy="365125"/>
          </a:xfrm>
          <a:prstGeom prst="rect">
            <a:avLst/>
          </a:prstGeom>
          <a:noFill/>
          <a:ln>
            <a:noFill/>
          </a:ln>
        </p:spPr>
        <p:txBody>
          <a:bodyPr spcFirstLastPara="1" wrap="square" lIns="81025" tIns="40500" rIns="81025" bIns="405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43"/>
          <p:cNvSpPr txBox="1">
            <a:spLocks noGrp="1"/>
          </p:cNvSpPr>
          <p:nvPr>
            <p:ph type="ftr" idx="11"/>
          </p:nvPr>
        </p:nvSpPr>
        <p:spPr>
          <a:xfrm>
            <a:off x="4165600" y="6356353"/>
            <a:ext cx="3860800" cy="365125"/>
          </a:xfrm>
          <a:prstGeom prst="rect">
            <a:avLst/>
          </a:prstGeom>
          <a:noFill/>
          <a:ln>
            <a:noFill/>
          </a:ln>
        </p:spPr>
        <p:txBody>
          <a:bodyPr spcFirstLastPara="1" wrap="square" lIns="81025" tIns="40500" rIns="81025" bIns="405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3"/>
          <p:cNvSpPr txBox="1">
            <a:spLocks noGrp="1"/>
          </p:cNvSpPr>
          <p:nvPr>
            <p:ph type="sldNum" idx="12"/>
          </p:nvPr>
        </p:nvSpPr>
        <p:spPr>
          <a:xfrm>
            <a:off x="8737600" y="6356353"/>
            <a:ext cx="2844800" cy="365125"/>
          </a:xfrm>
          <a:prstGeom prst="rect">
            <a:avLst/>
          </a:prstGeom>
          <a:noFill/>
          <a:ln>
            <a:noFill/>
          </a:ln>
        </p:spPr>
        <p:txBody>
          <a:bodyPr spcFirstLastPara="1" wrap="square" lIns="81025" tIns="40500" rIns="81025" bIns="40500" anchor="ctr" anchorCtr="0">
            <a:noAutofit/>
          </a:bodyPr>
          <a:lstStyle>
            <a:lvl1pPr marL="0" marR="0" lvl="0" indent="0" algn="r">
              <a:lnSpc>
                <a:spcPct val="100000"/>
              </a:lnSpc>
              <a:spcBef>
                <a:spcPts val="0"/>
              </a:spcBef>
              <a:spcAft>
                <a:spcPts val="0"/>
              </a:spcAft>
              <a:buSzPts val="1300"/>
              <a:buNone/>
              <a:defRPr/>
            </a:lvl1pPr>
            <a:lvl2pPr marL="0" marR="0" lvl="1" indent="0" algn="r">
              <a:lnSpc>
                <a:spcPct val="100000"/>
              </a:lnSpc>
              <a:spcBef>
                <a:spcPts val="0"/>
              </a:spcBef>
              <a:spcAft>
                <a:spcPts val="0"/>
              </a:spcAft>
              <a:buSzPts val="1300"/>
              <a:buNone/>
              <a:defRPr/>
            </a:lvl2pPr>
            <a:lvl3pPr marL="0" marR="0" lvl="2" indent="0" algn="r">
              <a:lnSpc>
                <a:spcPct val="100000"/>
              </a:lnSpc>
              <a:spcBef>
                <a:spcPts val="0"/>
              </a:spcBef>
              <a:spcAft>
                <a:spcPts val="0"/>
              </a:spcAft>
              <a:buSzPts val="1300"/>
              <a:buNone/>
              <a:defRPr/>
            </a:lvl3pPr>
            <a:lvl4pPr marL="0" marR="0" lvl="3" indent="0" algn="r">
              <a:lnSpc>
                <a:spcPct val="100000"/>
              </a:lnSpc>
              <a:spcBef>
                <a:spcPts val="0"/>
              </a:spcBef>
              <a:spcAft>
                <a:spcPts val="0"/>
              </a:spcAft>
              <a:buSzPts val="1300"/>
              <a:buNone/>
              <a:defRPr/>
            </a:lvl4pPr>
            <a:lvl5pPr marL="0" marR="0" lvl="4" indent="0" algn="r">
              <a:lnSpc>
                <a:spcPct val="100000"/>
              </a:lnSpc>
              <a:spcBef>
                <a:spcPts val="0"/>
              </a:spcBef>
              <a:spcAft>
                <a:spcPts val="0"/>
              </a:spcAft>
              <a:buSzPts val="1300"/>
              <a:buNone/>
              <a:defRPr/>
            </a:lvl5pPr>
            <a:lvl6pPr marL="0" marR="0" lvl="5" indent="0" algn="r">
              <a:lnSpc>
                <a:spcPct val="100000"/>
              </a:lnSpc>
              <a:spcBef>
                <a:spcPts val="0"/>
              </a:spcBef>
              <a:spcAft>
                <a:spcPts val="0"/>
              </a:spcAft>
              <a:buSzPts val="1300"/>
              <a:buNone/>
              <a:defRPr/>
            </a:lvl6pPr>
            <a:lvl7pPr marL="0" marR="0" lvl="6" indent="0" algn="r">
              <a:lnSpc>
                <a:spcPct val="100000"/>
              </a:lnSpc>
              <a:spcBef>
                <a:spcPts val="0"/>
              </a:spcBef>
              <a:spcAft>
                <a:spcPts val="0"/>
              </a:spcAft>
              <a:buSzPts val="1300"/>
              <a:buNone/>
              <a:defRPr/>
            </a:lvl7pPr>
            <a:lvl8pPr marL="0" marR="0" lvl="7" indent="0" algn="r">
              <a:lnSpc>
                <a:spcPct val="100000"/>
              </a:lnSpc>
              <a:spcBef>
                <a:spcPts val="0"/>
              </a:spcBef>
              <a:spcAft>
                <a:spcPts val="0"/>
              </a:spcAft>
              <a:buSzPts val="1300"/>
              <a:buNone/>
              <a:defRPr/>
            </a:lvl8pPr>
            <a:lvl9pPr marL="0" marR="0" lvl="8" indent="0" algn="r">
              <a:lnSpc>
                <a:spcPct val="100000"/>
              </a:lnSpc>
              <a:spcBef>
                <a:spcPts val="0"/>
              </a:spcBef>
              <a:spcAft>
                <a:spcPts val="0"/>
              </a:spcAft>
              <a:buSzPts val="1300"/>
              <a:buNone/>
              <a:defRPr/>
            </a:lvl9pPr>
          </a:lstStyle>
          <a:p>
            <a:fld id="{00000000-1234-1234-1234-123412341234}" type="slidenum">
              <a:rPr lang="en-US"/>
              <a:pPr/>
              <a:t>‹#›</a:t>
            </a:fld>
            <a:endParaRPr/>
          </a:p>
        </p:txBody>
      </p:sp>
    </p:spTree>
    <p:extLst>
      <p:ext uri="{BB962C8B-B14F-4D97-AF65-F5344CB8AC3E}">
        <p14:creationId xmlns:p14="http://schemas.microsoft.com/office/powerpoint/2010/main" val="25797887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963084" y="4406902"/>
            <a:ext cx="10363200" cy="1362076"/>
          </a:xfrm>
          <a:prstGeom prst="rect">
            <a:avLst/>
          </a:prstGeom>
          <a:noFill/>
          <a:ln>
            <a:noFill/>
          </a:ln>
        </p:spPr>
        <p:txBody>
          <a:bodyPr spcFirstLastPara="1" wrap="square" lIns="81025" tIns="40500" rIns="81025" bIns="40500" anchor="t" anchorCtr="0">
            <a:normAutofit/>
          </a:bodyPr>
          <a:lstStyle>
            <a:lvl1pPr lvl="0" algn="l">
              <a:lnSpc>
                <a:spcPct val="100000"/>
              </a:lnSpc>
              <a:spcBef>
                <a:spcPts val="0"/>
              </a:spcBef>
              <a:spcAft>
                <a:spcPts val="0"/>
              </a:spcAft>
              <a:buClr>
                <a:schemeClr val="dk1"/>
              </a:buClr>
              <a:buSzPts val="4200"/>
              <a:buFont typeface="Calibri"/>
              <a:buNone/>
              <a:defRPr sz="42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7"/>
          <p:cNvSpPr txBox="1">
            <a:spLocks noGrp="1"/>
          </p:cNvSpPr>
          <p:nvPr>
            <p:ph type="body" idx="1"/>
          </p:nvPr>
        </p:nvSpPr>
        <p:spPr>
          <a:xfrm>
            <a:off x="963084" y="2906713"/>
            <a:ext cx="10363200" cy="1500187"/>
          </a:xfrm>
          <a:prstGeom prst="rect">
            <a:avLst/>
          </a:prstGeom>
          <a:noFill/>
          <a:ln>
            <a:noFill/>
          </a:ln>
        </p:spPr>
        <p:txBody>
          <a:bodyPr spcFirstLastPara="1" wrap="square" lIns="81025" tIns="40500" rIns="81025" bIns="40500" anchor="b" anchorCtr="0">
            <a:normAutofit/>
          </a:bodyPr>
          <a:lstStyle>
            <a:lvl1pPr marL="457200" lvl="0" indent="-228600" algn="l">
              <a:lnSpc>
                <a:spcPct val="100000"/>
              </a:lnSpc>
              <a:spcBef>
                <a:spcPts val="432"/>
              </a:spcBef>
              <a:spcAft>
                <a:spcPts val="0"/>
              </a:spcAft>
              <a:buClr>
                <a:srgbClr val="888888"/>
              </a:buClr>
              <a:buSzPts val="2160"/>
              <a:buNone/>
              <a:defRPr sz="2160">
                <a:solidFill>
                  <a:srgbClr val="888888"/>
                </a:solidFill>
              </a:defRPr>
            </a:lvl1pPr>
            <a:lvl2pPr marL="914400" lvl="1" indent="-228600" algn="l">
              <a:lnSpc>
                <a:spcPct val="100000"/>
              </a:lnSpc>
              <a:spcBef>
                <a:spcPts val="384"/>
              </a:spcBef>
              <a:spcAft>
                <a:spcPts val="0"/>
              </a:spcAft>
              <a:buClr>
                <a:srgbClr val="888888"/>
              </a:buClr>
              <a:buSzPts val="1920"/>
              <a:buNone/>
              <a:defRPr sz="1920">
                <a:solidFill>
                  <a:srgbClr val="888888"/>
                </a:solidFill>
              </a:defRPr>
            </a:lvl2pPr>
            <a:lvl3pPr marL="1371600" lvl="2" indent="-228600" algn="l">
              <a:lnSpc>
                <a:spcPct val="100000"/>
              </a:lnSpc>
              <a:spcBef>
                <a:spcPts val="336"/>
              </a:spcBef>
              <a:spcAft>
                <a:spcPts val="0"/>
              </a:spcAft>
              <a:buClr>
                <a:srgbClr val="888888"/>
              </a:buClr>
              <a:buSzPts val="1680"/>
              <a:buNone/>
              <a:defRPr sz="1679">
                <a:solidFill>
                  <a:srgbClr val="888888"/>
                </a:solidFill>
              </a:defRPr>
            </a:lvl3pPr>
            <a:lvl4pPr marL="1828800" lvl="3" indent="-228600" algn="l">
              <a:lnSpc>
                <a:spcPct val="100000"/>
              </a:lnSpc>
              <a:spcBef>
                <a:spcPts val="288"/>
              </a:spcBef>
              <a:spcAft>
                <a:spcPts val="0"/>
              </a:spcAft>
              <a:buClr>
                <a:srgbClr val="888888"/>
              </a:buClr>
              <a:buSzPts val="1440"/>
              <a:buNone/>
              <a:defRPr sz="1440">
                <a:solidFill>
                  <a:srgbClr val="888888"/>
                </a:solidFill>
              </a:defRPr>
            </a:lvl4pPr>
            <a:lvl5pPr marL="2286000" lvl="4" indent="-228600" algn="l">
              <a:lnSpc>
                <a:spcPct val="100000"/>
              </a:lnSpc>
              <a:spcBef>
                <a:spcPts val="288"/>
              </a:spcBef>
              <a:spcAft>
                <a:spcPts val="0"/>
              </a:spcAft>
              <a:buClr>
                <a:srgbClr val="888888"/>
              </a:buClr>
              <a:buSzPts val="1440"/>
              <a:buNone/>
              <a:defRPr sz="1440">
                <a:solidFill>
                  <a:srgbClr val="888888"/>
                </a:solidFill>
              </a:defRPr>
            </a:lvl5pPr>
            <a:lvl6pPr marL="2743200" lvl="5" indent="-228600" algn="l">
              <a:lnSpc>
                <a:spcPct val="100000"/>
              </a:lnSpc>
              <a:spcBef>
                <a:spcPts val="288"/>
              </a:spcBef>
              <a:spcAft>
                <a:spcPts val="0"/>
              </a:spcAft>
              <a:buClr>
                <a:srgbClr val="888888"/>
              </a:buClr>
              <a:buSzPts val="1440"/>
              <a:buNone/>
              <a:defRPr sz="1440">
                <a:solidFill>
                  <a:srgbClr val="888888"/>
                </a:solidFill>
              </a:defRPr>
            </a:lvl6pPr>
            <a:lvl7pPr marL="3200400" lvl="6" indent="-228600" algn="l">
              <a:lnSpc>
                <a:spcPct val="100000"/>
              </a:lnSpc>
              <a:spcBef>
                <a:spcPts val="288"/>
              </a:spcBef>
              <a:spcAft>
                <a:spcPts val="0"/>
              </a:spcAft>
              <a:buClr>
                <a:srgbClr val="888888"/>
              </a:buClr>
              <a:buSzPts val="1440"/>
              <a:buNone/>
              <a:defRPr sz="1440">
                <a:solidFill>
                  <a:srgbClr val="888888"/>
                </a:solidFill>
              </a:defRPr>
            </a:lvl7pPr>
            <a:lvl8pPr marL="3657600" lvl="7" indent="-228600" algn="l">
              <a:lnSpc>
                <a:spcPct val="100000"/>
              </a:lnSpc>
              <a:spcBef>
                <a:spcPts val="288"/>
              </a:spcBef>
              <a:spcAft>
                <a:spcPts val="0"/>
              </a:spcAft>
              <a:buClr>
                <a:srgbClr val="888888"/>
              </a:buClr>
              <a:buSzPts val="1440"/>
              <a:buNone/>
              <a:defRPr sz="1440">
                <a:solidFill>
                  <a:srgbClr val="888888"/>
                </a:solidFill>
              </a:defRPr>
            </a:lvl8pPr>
            <a:lvl9pPr marL="4114800" lvl="8" indent="-228600" algn="l">
              <a:lnSpc>
                <a:spcPct val="100000"/>
              </a:lnSpc>
              <a:spcBef>
                <a:spcPts val="288"/>
              </a:spcBef>
              <a:spcAft>
                <a:spcPts val="0"/>
              </a:spcAft>
              <a:buClr>
                <a:srgbClr val="888888"/>
              </a:buClr>
              <a:buSzPts val="1440"/>
              <a:buNone/>
              <a:defRPr sz="1440">
                <a:solidFill>
                  <a:srgbClr val="888888"/>
                </a:solidFill>
              </a:defRPr>
            </a:lvl9pPr>
          </a:lstStyle>
          <a:p>
            <a:endParaRPr/>
          </a:p>
        </p:txBody>
      </p:sp>
      <p:sp>
        <p:nvSpPr>
          <p:cNvPr id="35" name="Google Shape;35;p7"/>
          <p:cNvSpPr txBox="1">
            <a:spLocks noGrp="1"/>
          </p:cNvSpPr>
          <p:nvPr>
            <p:ph type="dt" idx="10"/>
          </p:nvPr>
        </p:nvSpPr>
        <p:spPr>
          <a:xfrm>
            <a:off x="609600" y="6356353"/>
            <a:ext cx="2844800" cy="365125"/>
          </a:xfrm>
          <a:prstGeom prst="rect">
            <a:avLst/>
          </a:prstGeom>
          <a:noFill/>
          <a:ln>
            <a:noFill/>
          </a:ln>
        </p:spPr>
        <p:txBody>
          <a:bodyPr spcFirstLastPara="1" wrap="square" lIns="81025" tIns="40500" rIns="81025" bIns="405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7"/>
          <p:cNvSpPr txBox="1">
            <a:spLocks noGrp="1"/>
          </p:cNvSpPr>
          <p:nvPr>
            <p:ph type="ftr" idx="11"/>
          </p:nvPr>
        </p:nvSpPr>
        <p:spPr>
          <a:xfrm>
            <a:off x="4165600" y="6356353"/>
            <a:ext cx="3860800" cy="365125"/>
          </a:xfrm>
          <a:prstGeom prst="rect">
            <a:avLst/>
          </a:prstGeom>
          <a:noFill/>
          <a:ln>
            <a:noFill/>
          </a:ln>
        </p:spPr>
        <p:txBody>
          <a:bodyPr spcFirstLastPara="1" wrap="square" lIns="81025" tIns="40500" rIns="81025" bIns="405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7"/>
          <p:cNvSpPr txBox="1">
            <a:spLocks noGrp="1"/>
          </p:cNvSpPr>
          <p:nvPr>
            <p:ph type="sldNum" idx="12"/>
          </p:nvPr>
        </p:nvSpPr>
        <p:spPr>
          <a:xfrm>
            <a:off x="8737600" y="6356353"/>
            <a:ext cx="2844800" cy="365125"/>
          </a:xfrm>
          <a:prstGeom prst="rect">
            <a:avLst/>
          </a:prstGeom>
          <a:noFill/>
          <a:ln>
            <a:noFill/>
          </a:ln>
        </p:spPr>
        <p:txBody>
          <a:bodyPr spcFirstLastPara="1" wrap="square" lIns="81025" tIns="40500" rIns="81025" bIns="40500" anchor="ctr" anchorCtr="0">
            <a:noAutofit/>
          </a:bodyPr>
          <a:lstStyle>
            <a:lvl1pPr marL="0" marR="0" lvl="0"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9pPr>
          </a:lstStyle>
          <a:p>
            <a:fld id="{00000000-1234-1234-1234-123412341234}" type="slidenum">
              <a:rPr lang="en-US"/>
              <a:pPr/>
              <a:t>‹#›</a:t>
            </a:fld>
            <a:endParaRPr/>
          </a:p>
        </p:txBody>
      </p:sp>
    </p:spTree>
    <p:extLst>
      <p:ext uri="{BB962C8B-B14F-4D97-AF65-F5344CB8AC3E}">
        <p14:creationId xmlns:p14="http://schemas.microsoft.com/office/powerpoint/2010/main" val="4498656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5"/>
        <p:cNvGrpSpPr/>
        <p:nvPr/>
      </p:nvGrpSpPr>
      <p:grpSpPr>
        <a:xfrm>
          <a:off x="0" y="0"/>
          <a:ext cx="0" cy="0"/>
          <a:chOff x="0" y="0"/>
          <a:chExt cx="0" cy="0"/>
        </a:xfrm>
      </p:grpSpPr>
      <p:sp>
        <p:nvSpPr>
          <p:cNvPr id="46" name="Google Shape;46;p10"/>
          <p:cNvSpPr txBox="1">
            <a:spLocks noGrp="1"/>
          </p:cNvSpPr>
          <p:nvPr>
            <p:ph type="title"/>
          </p:nvPr>
        </p:nvSpPr>
        <p:spPr>
          <a:xfrm>
            <a:off x="609600" y="274638"/>
            <a:ext cx="10972800" cy="1143000"/>
          </a:xfrm>
          <a:prstGeom prst="rect">
            <a:avLst/>
          </a:prstGeom>
          <a:noFill/>
          <a:ln>
            <a:noFill/>
          </a:ln>
        </p:spPr>
        <p:txBody>
          <a:bodyPr spcFirstLastPara="1" wrap="square" lIns="81025" tIns="40500" rIns="81025" bIns="405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0"/>
          <p:cNvSpPr txBox="1">
            <a:spLocks noGrp="1"/>
          </p:cNvSpPr>
          <p:nvPr>
            <p:ph type="dt" idx="10"/>
          </p:nvPr>
        </p:nvSpPr>
        <p:spPr>
          <a:xfrm>
            <a:off x="609600" y="6356353"/>
            <a:ext cx="2844800" cy="365125"/>
          </a:xfrm>
          <a:prstGeom prst="rect">
            <a:avLst/>
          </a:prstGeom>
          <a:noFill/>
          <a:ln>
            <a:noFill/>
          </a:ln>
        </p:spPr>
        <p:txBody>
          <a:bodyPr spcFirstLastPara="1" wrap="square" lIns="81025" tIns="40500" rIns="81025" bIns="405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0"/>
          <p:cNvSpPr txBox="1">
            <a:spLocks noGrp="1"/>
          </p:cNvSpPr>
          <p:nvPr>
            <p:ph type="ftr" idx="11"/>
          </p:nvPr>
        </p:nvSpPr>
        <p:spPr>
          <a:xfrm>
            <a:off x="4165600" y="6356353"/>
            <a:ext cx="3860800" cy="365125"/>
          </a:xfrm>
          <a:prstGeom prst="rect">
            <a:avLst/>
          </a:prstGeom>
          <a:noFill/>
          <a:ln>
            <a:noFill/>
          </a:ln>
        </p:spPr>
        <p:txBody>
          <a:bodyPr spcFirstLastPara="1" wrap="square" lIns="81025" tIns="40500" rIns="81025" bIns="405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0"/>
          <p:cNvSpPr txBox="1">
            <a:spLocks noGrp="1"/>
          </p:cNvSpPr>
          <p:nvPr>
            <p:ph type="sldNum" idx="12"/>
          </p:nvPr>
        </p:nvSpPr>
        <p:spPr>
          <a:xfrm>
            <a:off x="8737600" y="6356353"/>
            <a:ext cx="2844800" cy="365125"/>
          </a:xfrm>
          <a:prstGeom prst="rect">
            <a:avLst/>
          </a:prstGeom>
          <a:noFill/>
          <a:ln>
            <a:noFill/>
          </a:ln>
        </p:spPr>
        <p:txBody>
          <a:bodyPr spcFirstLastPara="1" wrap="square" lIns="81025" tIns="40500" rIns="81025" bIns="40500" anchor="ctr" anchorCtr="0">
            <a:noAutofit/>
          </a:bodyPr>
          <a:lstStyle>
            <a:lvl1pPr marL="0" marR="0" lvl="0"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9pPr>
          </a:lstStyle>
          <a:p>
            <a:fld id="{00000000-1234-1234-1234-123412341234}" type="slidenum">
              <a:rPr lang="en-US"/>
              <a:pPr/>
              <a:t>‹#›</a:t>
            </a:fld>
            <a:endParaRPr/>
          </a:p>
        </p:txBody>
      </p:sp>
    </p:spTree>
    <p:extLst>
      <p:ext uri="{BB962C8B-B14F-4D97-AF65-F5344CB8AC3E}">
        <p14:creationId xmlns:p14="http://schemas.microsoft.com/office/powerpoint/2010/main" val="15368819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11"/>
          <p:cNvSpPr txBox="1">
            <a:spLocks noGrp="1"/>
          </p:cNvSpPr>
          <p:nvPr>
            <p:ph type="dt" idx="10"/>
          </p:nvPr>
        </p:nvSpPr>
        <p:spPr>
          <a:xfrm>
            <a:off x="609600" y="6356353"/>
            <a:ext cx="2844800" cy="365125"/>
          </a:xfrm>
          <a:prstGeom prst="rect">
            <a:avLst/>
          </a:prstGeom>
          <a:noFill/>
          <a:ln>
            <a:noFill/>
          </a:ln>
        </p:spPr>
        <p:txBody>
          <a:bodyPr spcFirstLastPara="1" wrap="square" lIns="81025" tIns="40500" rIns="81025" bIns="405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1"/>
          <p:cNvSpPr txBox="1">
            <a:spLocks noGrp="1"/>
          </p:cNvSpPr>
          <p:nvPr>
            <p:ph type="ftr" idx="11"/>
          </p:nvPr>
        </p:nvSpPr>
        <p:spPr>
          <a:xfrm>
            <a:off x="4165600" y="6356353"/>
            <a:ext cx="3860800" cy="365125"/>
          </a:xfrm>
          <a:prstGeom prst="rect">
            <a:avLst/>
          </a:prstGeom>
          <a:noFill/>
          <a:ln>
            <a:noFill/>
          </a:ln>
        </p:spPr>
        <p:txBody>
          <a:bodyPr spcFirstLastPara="1" wrap="square" lIns="81025" tIns="40500" rIns="81025" bIns="405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1"/>
          <p:cNvSpPr txBox="1">
            <a:spLocks noGrp="1"/>
          </p:cNvSpPr>
          <p:nvPr>
            <p:ph type="sldNum" idx="12"/>
          </p:nvPr>
        </p:nvSpPr>
        <p:spPr>
          <a:xfrm>
            <a:off x="8737600" y="6356353"/>
            <a:ext cx="2844800" cy="365125"/>
          </a:xfrm>
          <a:prstGeom prst="rect">
            <a:avLst/>
          </a:prstGeom>
          <a:noFill/>
          <a:ln>
            <a:noFill/>
          </a:ln>
        </p:spPr>
        <p:txBody>
          <a:bodyPr spcFirstLastPara="1" wrap="square" lIns="81025" tIns="40500" rIns="81025" bIns="40500" anchor="ctr" anchorCtr="0">
            <a:noAutofit/>
          </a:bodyPr>
          <a:lstStyle>
            <a:lvl1pPr marL="0" marR="0" lvl="0"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9pPr>
          </a:lstStyle>
          <a:p>
            <a:fld id="{00000000-1234-1234-1234-123412341234}" type="slidenum">
              <a:rPr lang="en-US"/>
              <a:pPr/>
              <a:t>‹#›</a:t>
            </a:fld>
            <a:endParaRPr/>
          </a:p>
        </p:txBody>
      </p:sp>
    </p:spTree>
    <p:extLst>
      <p:ext uri="{BB962C8B-B14F-4D97-AF65-F5344CB8AC3E}">
        <p14:creationId xmlns:p14="http://schemas.microsoft.com/office/powerpoint/2010/main" val="40254932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4"/>
        <p:cNvGrpSpPr/>
        <p:nvPr/>
      </p:nvGrpSpPr>
      <p:grpSpPr>
        <a:xfrm>
          <a:off x="0" y="0"/>
          <a:ext cx="0" cy="0"/>
          <a:chOff x="0" y="0"/>
          <a:chExt cx="0" cy="0"/>
        </a:xfrm>
      </p:grpSpPr>
      <p:sp>
        <p:nvSpPr>
          <p:cNvPr id="55" name="Google Shape;55;p12"/>
          <p:cNvSpPr txBox="1">
            <a:spLocks noGrp="1"/>
          </p:cNvSpPr>
          <p:nvPr>
            <p:ph type="title"/>
          </p:nvPr>
        </p:nvSpPr>
        <p:spPr>
          <a:xfrm>
            <a:off x="609601" y="273051"/>
            <a:ext cx="4011084" cy="1162050"/>
          </a:xfrm>
          <a:prstGeom prst="rect">
            <a:avLst/>
          </a:prstGeom>
          <a:noFill/>
          <a:ln>
            <a:noFill/>
          </a:ln>
        </p:spPr>
        <p:txBody>
          <a:bodyPr spcFirstLastPara="1" wrap="square" lIns="81025" tIns="40500" rIns="81025" bIns="40500" anchor="b" anchorCtr="0">
            <a:normAutofit/>
          </a:bodyPr>
          <a:lstStyle>
            <a:lvl1pPr lvl="0" algn="l">
              <a:lnSpc>
                <a:spcPct val="100000"/>
              </a:lnSpc>
              <a:spcBef>
                <a:spcPts val="0"/>
              </a:spcBef>
              <a:spcAft>
                <a:spcPts val="0"/>
              </a:spcAft>
              <a:buClr>
                <a:schemeClr val="dk1"/>
              </a:buClr>
              <a:buSzPts val="2160"/>
              <a:buFont typeface="Calibri"/>
              <a:buNone/>
              <a:defRPr sz="216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2"/>
          <p:cNvSpPr txBox="1">
            <a:spLocks noGrp="1"/>
          </p:cNvSpPr>
          <p:nvPr>
            <p:ph type="body" idx="1"/>
          </p:nvPr>
        </p:nvSpPr>
        <p:spPr>
          <a:xfrm>
            <a:off x="4766735" y="273052"/>
            <a:ext cx="6815667" cy="5853113"/>
          </a:xfrm>
          <a:prstGeom prst="rect">
            <a:avLst/>
          </a:prstGeom>
          <a:noFill/>
          <a:ln>
            <a:noFill/>
          </a:ln>
        </p:spPr>
        <p:txBody>
          <a:bodyPr spcFirstLastPara="1" wrap="square" lIns="81025" tIns="40500" rIns="81025" bIns="40500" anchor="t" anchorCtr="0">
            <a:normAutofit/>
          </a:bodyPr>
          <a:lstStyle>
            <a:lvl1pPr marL="457200" lvl="0" indent="-441960" algn="l">
              <a:lnSpc>
                <a:spcPct val="100000"/>
              </a:lnSpc>
              <a:spcBef>
                <a:spcPts val="672"/>
              </a:spcBef>
              <a:spcAft>
                <a:spcPts val="0"/>
              </a:spcAft>
              <a:buClr>
                <a:schemeClr val="dk1"/>
              </a:buClr>
              <a:buSzPts val="3360"/>
              <a:buChar char="•"/>
              <a:defRPr sz="3359"/>
            </a:lvl1pPr>
            <a:lvl2pPr marL="914400" lvl="1" indent="-419100" algn="l">
              <a:lnSpc>
                <a:spcPct val="100000"/>
              </a:lnSpc>
              <a:spcBef>
                <a:spcPts val="600"/>
              </a:spcBef>
              <a:spcAft>
                <a:spcPts val="0"/>
              </a:spcAft>
              <a:buClr>
                <a:schemeClr val="dk1"/>
              </a:buClr>
              <a:buSzPts val="3000"/>
              <a:buChar char="–"/>
              <a:defRPr sz="3000"/>
            </a:lvl2pPr>
            <a:lvl3pPr marL="1371600" lvl="2" indent="-388619" algn="l">
              <a:lnSpc>
                <a:spcPct val="100000"/>
              </a:lnSpc>
              <a:spcBef>
                <a:spcPts val="504"/>
              </a:spcBef>
              <a:spcAft>
                <a:spcPts val="0"/>
              </a:spcAft>
              <a:buClr>
                <a:schemeClr val="dk1"/>
              </a:buClr>
              <a:buSzPts val="2520"/>
              <a:buChar char="•"/>
              <a:defRPr sz="2520"/>
            </a:lvl3pPr>
            <a:lvl4pPr marL="1828800" lvl="3" indent="-365760" algn="l">
              <a:lnSpc>
                <a:spcPct val="100000"/>
              </a:lnSpc>
              <a:spcBef>
                <a:spcPts val="432"/>
              </a:spcBef>
              <a:spcAft>
                <a:spcPts val="0"/>
              </a:spcAft>
              <a:buClr>
                <a:schemeClr val="dk1"/>
              </a:buClr>
              <a:buSzPts val="2160"/>
              <a:buChar char="–"/>
              <a:defRPr sz="2160"/>
            </a:lvl4pPr>
            <a:lvl5pPr marL="2286000" lvl="4" indent="-365760" algn="l">
              <a:lnSpc>
                <a:spcPct val="100000"/>
              </a:lnSpc>
              <a:spcBef>
                <a:spcPts val="432"/>
              </a:spcBef>
              <a:spcAft>
                <a:spcPts val="0"/>
              </a:spcAft>
              <a:buClr>
                <a:schemeClr val="dk1"/>
              </a:buClr>
              <a:buSzPts val="2160"/>
              <a:buChar char="»"/>
              <a:defRPr sz="2160"/>
            </a:lvl5pPr>
            <a:lvl6pPr marL="2743200" lvl="5" indent="-365760" algn="l">
              <a:lnSpc>
                <a:spcPct val="100000"/>
              </a:lnSpc>
              <a:spcBef>
                <a:spcPts val="432"/>
              </a:spcBef>
              <a:spcAft>
                <a:spcPts val="0"/>
              </a:spcAft>
              <a:buClr>
                <a:schemeClr val="dk1"/>
              </a:buClr>
              <a:buSzPts val="2160"/>
              <a:buChar char="•"/>
              <a:defRPr sz="2160"/>
            </a:lvl6pPr>
            <a:lvl7pPr marL="3200400" lvl="6" indent="-365760" algn="l">
              <a:lnSpc>
                <a:spcPct val="100000"/>
              </a:lnSpc>
              <a:spcBef>
                <a:spcPts val="432"/>
              </a:spcBef>
              <a:spcAft>
                <a:spcPts val="0"/>
              </a:spcAft>
              <a:buClr>
                <a:schemeClr val="dk1"/>
              </a:buClr>
              <a:buSzPts val="2160"/>
              <a:buChar char="•"/>
              <a:defRPr sz="2160"/>
            </a:lvl7pPr>
            <a:lvl8pPr marL="3657600" lvl="7" indent="-365759" algn="l">
              <a:lnSpc>
                <a:spcPct val="100000"/>
              </a:lnSpc>
              <a:spcBef>
                <a:spcPts val="432"/>
              </a:spcBef>
              <a:spcAft>
                <a:spcPts val="0"/>
              </a:spcAft>
              <a:buClr>
                <a:schemeClr val="dk1"/>
              </a:buClr>
              <a:buSzPts val="2160"/>
              <a:buChar char="•"/>
              <a:defRPr sz="2160"/>
            </a:lvl8pPr>
            <a:lvl9pPr marL="4114800" lvl="8" indent="-365759" algn="l">
              <a:lnSpc>
                <a:spcPct val="100000"/>
              </a:lnSpc>
              <a:spcBef>
                <a:spcPts val="432"/>
              </a:spcBef>
              <a:spcAft>
                <a:spcPts val="0"/>
              </a:spcAft>
              <a:buClr>
                <a:schemeClr val="dk1"/>
              </a:buClr>
              <a:buSzPts val="2160"/>
              <a:buChar char="•"/>
              <a:defRPr sz="2160"/>
            </a:lvl9pPr>
          </a:lstStyle>
          <a:p>
            <a:endParaRPr/>
          </a:p>
        </p:txBody>
      </p:sp>
      <p:sp>
        <p:nvSpPr>
          <p:cNvPr id="57" name="Google Shape;57;p12"/>
          <p:cNvSpPr txBox="1">
            <a:spLocks noGrp="1"/>
          </p:cNvSpPr>
          <p:nvPr>
            <p:ph type="body" idx="2"/>
          </p:nvPr>
        </p:nvSpPr>
        <p:spPr>
          <a:xfrm>
            <a:off x="609601" y="1435102"/>
            <a:ext cx="4011084" cy="4691063"/>
          </a:xfrm>
          <a:prstGeom prst="rect">
            <a:avLst/>
          </a:prstGeom>
          <a:noFill/>
          <a:ln>
            <a:noFill/>
          </a:ln>
        </p:spPr>
        <p:txBody>
          <a:bodyPr spcFirstLastPara="1" wrap="square" lIns="81025" tIns="40500" rIns="81025" bIns="40500" anchor="t" anchorCtr="0">
            <a:normAutofit/>
          </a:bodyPr>
          <a:lstStyle>
            <a:lvl1pPr marL="457200" lvl="0" indent="-228600" algn="l">
              <a:lnSpc>
                <a:spcPct val="100000"/>
              </a:lnSpc>
              <a:spcBef>
                <a:spcPts val="288"/>
              </a:spcBef>
              <a:spcAft>
                <a:spcPts val="0"/>
              </a:spcAft>
              <a:buClr>
                <a:schemeClr val="dk1"/>
              </a:buClr>
              <a:buSzPts val="1440"/>
              <a:buNone/>
              <a:defRPr sz="1440"/>
            </a:lvl1pPr>
            <a:lvl2pPr marL="914400" lvl="1" indent="-228600" algn="l">
              <a:lnSpc>
                <a:spcPct val="100000"/>
              </a:lnSpc>
              <a:spcBef>
                <a:spcPts val="264"/>
              </a:spcBef>
              <a:spcAft>
                <a:spcPts val="0"/>
              </a:spcAft>
              <a:buClr>
                <a:schemeClr val="dk1"/>
              </a:buClr>
              <a:buSzPts val="1320"/>
              <a:buNone/>
              <a:defRPr sz="1320"/>
            </a:lvl2pPr>
            <a:lvl3pPr marL="1371600" lvl="2" indent="-228600" algn="l">
              <a:lnSpc>
                <a:spcPct val="100000"/>
              </a:lnSpc>
              <a:spcBef>
                <a:spcPts val="216"/>
              </a:spcBef>
              <a:spcAft>
                <a:spcPts val="0"/>
              </a:spcAft>
              <a:buClr>
                <a:schemeClr val="dk1"/>
              </a:buClr>
              <a:buSzPts val="1080"/>
              <a:buNone/>
              <a:defRPr sz="1080"/>
            </a:lvl3pPr>
            <a:lvl4pPr marL="1828800" lvl="3" indent="-228600" algn="l">
              <a:lnSpc>
                <a:spcPct val="100000"/>
              </a:lnSpc>
              <a:spcBef>
                <a:spcPts val="192"/>
              </a:spcBef>
              <a:spcAft>
                <a:spcPts val="0"/>
              </a:spcAft>
              <a:buClr>
                <a:schemeClr val="dk1"/>
              </a:buClr>
              <a:buSzPts val="960"/>
              <a:buNone/>
              <a:defRPr sz="960"/>
            </a:lvl4pPr>
            <a:lvl5pPr marL="2286000" lvl="4" indent="-228600" algn="l">
              <a:lnSpc>
                <a:spcPct val="100000"/>
              </a:lnSpc>
              <a:spcBef>
                <a:spcPts val="192"/>
              </a:spcBef>
              <a:spcAft>
                <a:spcPts val="0"/>
              </a:spcAft>
              <a:buClr>
                <a:schemeClr val="dk1"/>
              </a:buClr>
              <a:buSzPts val="960"/>
              <a:buNone/>
              <a:defRPr sz="960"/>
            </a:lvl5pPr>
            <a:lvl6pPr marL="2743200" lvl="5" indent="-228600" algn="l">
              <a:lnSpc>
                <a:spcPct val="100000"/>
              </a:lnSpc>
              <a:spcBef>
                <a:spcPts val="192"/>
              </a:spcBef>
              <a:spcAft>
                <a:spcPts val="0"/>
              </a:spcAft>
              <a:buClr>
                <a:schemeClr val="dk1"/>
              </a:buClr>
              <a:buSzPts val="960"/>
              <a:buNone/>
              <a:defRPr sz="960"/>
            </a:lvl6pPr>
            <a:lvl7pPr marL="3200400" lvl="6" indent="-228600" algn="l">
              <a:lnSpc>
                <a:spcPct val="100000"/>
              </a:lnSpc>
              <a:spcBef>
                <a:spcPts val="192"/>
              </a:spcBef>
              <a:spcAft>
                <a:spcPts val="0"/>
              </a:spcAft>
              <a:buClr>
                <a:schemeClr val="dk1"/>
              </a:buClr>
              <a:buSzPts val="960"/>
              <a:buNone/>
              <a:defRPr sz="960"/>
            </a:lvl7pPr>
            <a:lvl8pPr marL="3657600" lvl="7" indent="-228600" algn="l">
              <a:lnSpc>
                <a:spcPct val="100000"/>
              </a:lnSpc>
              <a:spcBef>
                <a:spcPts val="192"/>
              </a:spcBef>
              <a:spcAft>
                <a:spcPts val="0"/>
              </a:spcAft>
              <a:buClr>
                <a:schemeClr val="dk1"/>
              </a:buClr>
              <a:buSzPts val="960"/>
              <a:buNone/>
              <a:defRPr sz="960"/>
            </a:lvl8pPr>
            <a:lvl9pPr marL="4114800" lvl="8" indent="-228600" algn="l">
              <a:lnSpc>
                <a:spcPct val="100000"/>
              </a:lnSpc>
              <a:spcBef>
                <a:spcPts val="192"/>
              </a:spcBef>
              <a:spcAft>
                <a:spcPts val="0"/>
              </a:spcAft>
              <a:buClr>
                <a:schemeClr val="dk1"/>
              </a:buClr>
              <a:buSzPts val="960"/>
              <a:buNone/>
              <a:defRPr sz="960"/>
            </a:lvl9pPr>
          </a:lstStyle>
          <a:p>
            <a:endParaRPr/>
          </a:p>
        </p:txBody>
      </p:sp>
      <p:sp>
        <p:nvSpPr>
          <p:cNvPr id="58" name="Google Shape;58;p12"/>
          <p:cNvSpPr txBox="1">
            <a:spLocks noGrp="1"/>
          </p:cNvSpPr>
          <p:nvPr>
            <p:ph type="dt" idx="10"/>
          </p:nvPr>
        </p:nvSpPr>
        <p:spPr>
          <a:xfrm>
            <a:off x="609600" y="6356353"/>
            <a:ext cx="2844800" cy="365125"/>
          </a:xfrm>
          <a:prstGeom prst="rect">
            <a:avLst/>
          </a:prstGeom>
          <a:noFill/>
          <a:ln>
            <a:noFill/>
          </a:ln>
        </p:spPr>
        <p:txBody>
          <a:bodyPr spcFirstLastPara="1" wrap="square" lIns="81025" tIns="40500" rIns="81025" bIns="405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2"/>
          <p:cNvSpPr txBox="1">
            <a:spLocks noGrp="1"/>
          </p:cNvSpPr>
          <p:nvPr>
            <p:ph type="ftr" idx="11"/>
          </p:nvPr>
        </p:nvSpPr>
        <p:spPr>
          <a:xfrm>
            <a:off x="4165600" y="6356353"/>
            <a:ext cx="3860800" cy="365125"/>
          </a:xfrm>
          <a:prstGeom prst="rect">
            <a:avLst/>
          </a:prstGeom>
          <a:noFill/>
          <a:ln>
            <a:noFill/>
          </a:ln>
        </p:spPr>
        <p:txBody>
          <a:bodyPr spcFirstLastPara="1" wrap="square" lIns="81025" tIns="40500" rIns="81025" bIns="405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2"/>
          <p:cNvSpPr txBox="1">
            <a:spLocks noGrp="1"/>
          </p:cNvSpPr>
          <p:nvPr>
            <p:ph type="sldNum" idx="12"/>
          </p:nvPr>
        </p:nvSpPr>
        <p:spPr>
          <a:xfrm>
            <a:off x="8737600" y="6356353"/>
            <a:ext cx="2844800" cy="365125"/>
          </a:xfrm>
          <a:prstGeom prst="rect">
            <a:avLst/>
          </a:prstGeom>
          <a:noFill/>
          <a:ln>
            <a:noFill/>
          </a:ln>
        </p:spPr>
        <p:txBody>
          <a:bodyPr spcFirstLastPara="1" wrap="square" lIns="81025" tIns="40500" rIns="81025" bIns="40500" anchor="ctr" anchorCtr="0">
            <a:noAutofit/>
          </a:bodyPr>
          <a:lstStyle>
            <a:lvl1pPr marL="0" marR="0" lvl="0"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9pPr>
          </a:lstStyle>
          <a:p>
            <a:fld id="{00000000-1234-1234-1234-123412341234}" type="slidenum">
              <a:rPr lang="en-US"/>
              <a:pPr/>
              <a:t>‹#›</a:t>
            </a:fld>
            <a:endParaRPr/>
          </a:p>
        </p:txBody>
      </p:sp>
    </p:spTree>
    <p:extLst>
      <p:ext uri="{BB962C8B-B14F-4D97-AF65-F5344CB8AC3E}">
        <p14:creationId xmlns:p14="http://schemas.microsoft.com/office/powerpoint/2010/main" val="42876432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1"/>
        <p:cNvGrpSpPr/>
        <p:nvPr/>
      </p:nvGrpSpPr>
      <p:grpSpPr>
        <a:xfrm>
          <a:off x="0" y="0"/>
          <a:ext cx="0" cy="0"/>
          <a:chOff x="0" y="0"/>
          <a:chExt cx="0" cy="0"/>
        </a:xfrm>
      </p:grpSpPr>
      <p:sp>
        <p:nvSpPr>
          <p:cNvPr id="62" name="Google Shape;62;p13"/>
          <p:cNvSpPr txBox="1">
            <a:spLocks noGrp="1"/>
          </p:cNvSpPr>
          <p:nvPr>
            <p:ph type="title"/>
          </p:nvPr>
        </p:nvSpPr>
        <p:spPr>
          <a:xfrm>
            <a:off x="2389717" y="4800600"/>
            <a:ext cx="7315200" cy="566738"/>
          </a:xfrm>
          <a:prstGeom prst="rect">
            <a:avLst/>
          </a:prstGeom>
          <a:noFill/>
          <a:ln>
            <a:noFill/>
          </a:ln>
        </p:spPr>
        <p:txBody>
          <a:bodyPr spcFirstLastPara="1" wrap="square" lIns="81025" tIns="40500" rIns="81025" bIns="40500" anchor="b" anchorCtr="0">
            <a:normAutofit/>
          </a:bodyPr>
          <a:lstStyle>
            <a:lvl1pPr lvl="0" algn="l">
              <a:lnSpc>
                <a:spcPct val="100000"/>
              </a:lnSpc>
              <a:spcBef>
                <a:spcPts val="0"/>
              </a:spcBef>
              <a:spcAft>
                <a:spcPts val="0"/>
              </a:spcAft>
              <a:buClr>
                <a:schemeClr val="dk1"/>
              </a:buClr>
              <a:buSzPts val="2160"/>
              <a:buFont typeface="Calibri"/>
              <a:buNone/>
              <a:defRPr sz="216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a:spLocks noGrp="1"/>
          </p:cNvSpPr>
          <p:nvPr>
            <p:ph type="pic" idx="2"/>
          </p:nvPr>
        </p:nvSpPr>
        <p:spPr>
          <a:xfrm>
            <a:off x="2389717" y="612775"/>
            <a:ext cx="7315200" cy="4114800"/>
          </a:xfrm>
          <a:prstGeom prst="rect">
            <a:avLst/>
          </a:prstGeom>
          <a:noFill/>
          <a:ln>
            <a:noFill/>
          </a:ln>
        </p:spPr>
      </p:sp>
      <p:sp>
        <p:nvSpPr>
          <p:cNvPr id="64" name="Google Shape;64;p13"/>
          <p:cNvSpPr txBox="1">
            <a:spLocks noGrp="1"/>
          </p:cNvSpPr>
          <p:nvPr>
            <p:ph type="body" idx="1"/>
          </p:nvPr>
        </p:nvSpPr>
        <p:spPr>
          <a:xfrm>
            <a:off x="2389717" y="5367338"/>
            <a:ext cx="7315200" cy="804862"/>
          </a:xfrm>
          <a:prstGeom prst="rect">
            <a:avLst/>
          </a:prstGeom>
          <a:noFill/>
          <a:ln>
            <a:noFill/>
          </a:ln>
        </p:spPr>
        <p:txBody>
          <a:bodyPr spcFirstLastPara="1" wrap="square" lIns="81025" tIns="40500" rIns="81025" bIns="40500" anchor="t" anchorCtr="0">
            <a:normAutofit/>
          </a:bodyPr>
          <a:lstStyle>
            <a:lvl1pPr marL="457200" lvl="0" indent="-228600" algn="l">
              <a:lnSpc>
                <a:spcPct val="100000"/>
              </a:lnSpc>
              <a:spcBef>
                <a:spcPts val="288"/>
              </a:spcBef>
              <a:spcAft>
                <a:spcPts val="0"/>
              </a:spcAft>
              <a:buClr>
                <a:schemeClr val="dk1"/>
              </a:buClr>
              <a:buSzPts val="1440"/>
              <a:buNone/>
              <a:defRPr sz="1440"/>
            </a:lvl1pPr>
            <a:lvl2pPr marL="914400" lvl="1" indent="-228600" algn="l">
              <a:lnSpc>
                <a:spcPct val="100000"/>
              </a:lnSpc>
              <a:spcBef>
                <a:spcPts val="264"/>
              </a:spcBef>
              <a:spcAft>
                <a:spcPts val="0"/>
              </a:spcAft>
              <a:buClr>
                <a:schemeClr val="dk1"/>
              </a:buClr>
              <a:buSzPts val="1320"/>
              <a:buNone/>
              <a:defRPr sz="1320"/>
            </a:lvl2pPr>
            <a:lvl3pPr marL="1371600" lvl="2" indent="-228600" algn="l">
              <a:lnSpc>
                <a:spcPct val="100000"/>
              </a:lnSpc>
              <a:spcBef>
                <a:spcPts val="216"/>
              </a:spcBef>
              <a:spcAft>
                <a:spcPts val="0"/>
              </a:spcAft>
              <a:buClr>
                <a:schemeClr val="dk1"/>
              </a:buClr>
              <a:buSzPts val="1080"/>
              <a:buNone/>
              <a:defRPr sz="1080"/>
            </a:lvl3pPr>
            <a:lvl4pPr marL="1828800" lvl="3" indent="-228600" algn="l">
              <a:lnSpc>
                <a:spcPct val="100000"/>
              </a:lnSpc>
              <a:spcBef>
                <a:spcPts val="192"/>
              </a:spcBef>
              <a:spcAft>
                <a:spcPts val="0"/>
              </a:spcAft>
              <a:buClr>
                <a:schemeClr val="dk1"/>
              </a:buClr>
              <a:buSzPts val="960"/>
              <a:buNone/>
              <a:defRPr sz="960"/>
            </a:lvl4pPr>
            <a:lvl5pPr marL="2286000" lvl="4" indent="-228600" algn="l">
              <a:lnSpc>
                <a:spcPct val="100000"/>
              </a:lnSpc>
              <a:spcBef>
                <a:spcPts val="192"/>
              </a:spcBef>
              <a:spcAft>
                <a:spcPts val="0"/>
              </a:spcAft>
              <a:buClr>
                <a:schemeClr val="dk1"/>
              </a:buClr>
              <a:buSzPts val="960"/>
              <a:buNone/>
              <a:defRPr sz="960"/>
            </a:lvl5pPr>
            <a:lvl6pPr marL="2743200" lvl="5" indent="-228600" algn="l">
              <a:lnSpc>
                <a:spcPct val="100000"/>
              </a:lnSpc>
              <a:spcBef>
                <a:spcPts val="192"/>
              </a:spcBef>
              <a:spcAft>
                <a:spcPts val="0"/>
              </a:spcAft>
              <a:buClr>
                <a:schemeClr val="dk1"/>
              </a:buClr>
              <a:buSzPts val="960"/>
              <a:buNone/>
              <a:defRPr sz="960"/>
            </a:lvl6pPr>
            <a:lvl7pPr marL="3200400" lvl="6" indent="-228600" algn="l">
              <a:lnSpc>
                <a:spcPct val="100000"/>
              </a:lnSpc>
              <a:spcBef>
                <a:spcPts val="192"/>
              </a:spcBef>
              <a:spcAft>
                <a:spcPts val="0"/>
              </a:spcAft>
              <a:buClr>
                <a:schemeClr val="dk1"/>
              </a:buClr>
              <a:buSzPts val="960"/>
              <a:buNone/>
              <a:defRPr sz="960"/>
            </a:lvl7pPr>
            <a:lvl8pPr marL="3657600" lvl="7" indent="-228600" algn="l">
              <a:lnSpc>
                <a:spcPct val="100000"/>
              </a:lnSpc>
              <a:spcBef>
                <a:spcPts val="192"/>
              </a:spcBef>
              <a:spcAft>
                <a:spcPts val="0"/>
              </a:spcAft>
              <a:buClr>
                <a:schemeClr val="dk1"/>
              </a:buClr>
              <a:buSzPts val="960"/>
              <a:buNone/>
              <a:defRPr sz="960"/>
            </a:lvl8pPr>
            <a:lvl9pPr marL="4114800" lvl="8" indent="-228600" algn="l">
              <a:lnSpc>
                <a:spcPct val="100000"/>
              </a:lnSpc>
              <a:spcBef>
                <a:spcPts val="192"/>
              </a:spcBef>
              <a:spcAft>
                <a:spcPts val="0"/>
              </a:spcAft>
              <a:buClr>
                <a:schemeClr val="dk1"/>
              </a:buClr>
              <a:buSzPts val="960"/>
              <a:buNone/>
              <a:defRPr sz="960"/>
            </a:lvl9pPr>
          </a:lstStyle>
          <a:p>
            <a:endParaRPr/>
          </a:p>
        </p:txBody>
      </p:sp>
      <p:sp>
        <p:nvSpPr>
          <p:cNvPr id="65" name="Google Shape;65;p13"/>
          <p:cNvSpPr txBox="1">
            <a:spLocks noGrp="1"/>
          </p:cNvSpPr>
          <p:nvPr>
            <p:ph type="dt" idx="10"/>
          </p:nvPr>
        </p:nvSpPr>
        <p:spPr>
          <a:xfrm>
            <a:off x="609600" y="6356353"/>
            <a:ext cx="2844800" cy="365125"/>
          </a:xfrm>
          <a:prstGeom prst="rect">
            <a:avLst/>
          </a:prstGeom>
          <a:noFill/>
          <a:ln>
            <a:noFill/>
          </a:ln>
        </p:spPr>
        <p:txBody>
          <a:bodyPr spcFirstLastPara="1" wrap="square" lIns="81025" tIns="40500" rIns="81025" bIns="405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3"/>
          <p:cNvSpPr txBox="1">
            <a:spLocks noGrp="1"/>
          </p:cNvSpPr>
          <p:nvPr>
            <p:ph type="ftr" idx="11"/>
          </p:nvPr>
        </p:nvSpPr>
        <p:spPr>
          <a:xfrm>
            <a:off x="4165600" y="6356353"/>
            <a:ext cx="3860800" cy="365125"/>
          </a:xfrm>
          <a:prstGeom prst="rect">
            <a:avLst/>
          </a:prstGeom>
          <a:noFill/>
          <a:ln>
            <a:noFill/>
          </a:ln>
        </p:spPr>
        <p:txBody>
          <a:bodyPr spcFirstLastPara="1" wrap="square" lIns="81025" tIns="40500" rIns="81025" bIns="405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3"/>
          <p:cNvSpPr txBox="1">
            <a:spLocks noGrp="1"/>
          </p:cNvSpPr>
          <p:nvPr>
            <p:ph type="sldNum" idx="12"/>
          </p:nvPr>
        </p:nvSpPr>
        <p:spPr>
          <a:xfrm>
            <a:off x="8737600" y="6356353"/>
            <a:ext cx="2844800" cy="365125"/>
          </a:xfrm>
          <a:prstGeom prst="rect">
            <a:avLst/>
          </a:prstGeom>
          <a:noFill/>
          <a:ln>
            <a:noFill/>
          </a:ln>
        </p:spPr>
        <p:txBody>
          <a:bodyPr spcFirstLastPara="1" wrap="square" lIns="81025" tIns="40500" rIns="81025" bIns="40500" anchor="ctr" anchorCtr="0">
            <a:noAutofit/>
          </a:bodyPr>
          <a:lstStyle>
            <a:lvl1pPr marL="0" marR="0" lvl="0"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9pPr>
          </a:lstStyle>
          <a:p>
            <a:fld id="{00000000-1234-1234-1234-123412341234}" type="slidenum">
              <a:rPr lang="en-US"/>
              <a:pPr/>
              <a:t>‹#›</a:t>
            </a:fld>
            <a:endParaRPr/>
          </a:p>
        </p:txBody>
      </p:sp>
    </p:spTree>
    <p:extLst>
      <p:ext uri="{BB962C8B-B14F-4D97-AF65-F5344CB8AC3E}">
        <p14:creationId xmlns:p14="http://schemas.microsoft.com/office/powerpoint/2010/main" val="18902790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68"/>
        <p:cNvGrpSpPr/>
        <p:nvPr/>
      </p:nvGrpSpPr>
      <p:grpSpPr>
        <a:xfrm>
          <a:off x="0" y="0"/>
          <a:ext cx="0" cy="0"/>
          <a:chOff x="0" y="0"/>
          <a:chExt cx="0" cy="0"/>
        </a:xfrm>
      </p:grpSpPr>
      <p:sp>
        <p:nvSpPr>
          <p:cNvPr id="69" name="Google Shape;69;p14"/>
          <p:cNvSpPr txBox="1">
            <a:spLocks noGrp="1"/>
          </p:cNvSpPr>
          <p:nvPr>
            <p:ph type="title"/>
          </p:nvPr>
        </p:nvSpPr>
        <p:spPr>
          <a:xfrm>
            <a:off x="609600" y="274638"/>
            <a:ext cx="10972800" cy="1143000"/>
          </a:xfrm>
          <a:prstGeom prst="rect">
            <a:avLst/>
          </a:prstGeom>
          <a:noFill/>
          <a:ln>
            <a:noFill/>
          </a:ln>
        </p:spPr>
        <p:txBody>
          <a:bodyPr spcFirstLastPara="1" wrap="square" lIns="81025" tIns="40500" rIns="81025" bIns="405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body" idx="1"/>
          </p:nvPr>
        </p:nvSpPr>
        <p:spPr>
          <a:xfrm rot="5400000">
            <a:off x="3833019" y="-1623218"/>
            <a:ext cx="4525963" cy="10972800"/>
          </a:xfrm>
          <a:prstGeom prst="rect">
            <a:avLst/>
          </a:prstGeom>
          <a:noFill/>
          <a:ln>
            <a:noFill/>
          </a:ln>
        </p:spPr>
        <p:txBody>
          <a:bodyPr spcFirstLastPara="1" wrap="square" lIns="81025" tIns="40500" rIns="81025" bIns="405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1" name="Google Shape;71;p14"/>
          <p:cNvSpPr txBox="1">
            <a:spLocks noGrp="1"/>
          </p:cNvSpPr>
          <p:nvPr>
            <p:ph type="dt" idx="10"/>
          </p:nvPr>
        </p:nvSpPr>
        <p:spPr>
          <a:xfrm>
            <a:off x="609600" y="6356353"/>
            <a:ext cx="2844800" cy="365125"/>
          </a:xfrm>
          <a:prstGeom prst="rect">
            <a:avLst/>
          </a:prstGeom>
          <a:noFill/>
          <a:ln>
            <a:noFill/>
          </a:ln>
        </p:spPr>
        <p:txBody>
          <a:bodyPr spcFirstLastPara="1" wrap="square" lIns="81025" tIns="40500" rIns="81025" bIns="405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4"/>
          <p:cNvSpPr txBox="1">
            <a:spLocks noGrp="1"/>
          </p:cNvSpPr>
          <p:nvPr>
            <p:ph type="ftr" idx="11"/>
          </p:nvPr>
        </p:nvSpPr>
        <p:spPr>
          <a:xfrm>
            <a:off x="4165600" y="6356353"/>
            <a:ext cx="3860800" cy="365125"/>
          </a:xfrm>
          <a:prstGeom prst="rect">
            <a:avLst/>
          </a:prstGeom>
          <a:noFill/>
          <a:ln>
            <a:noFill/>
          </a:ln>
        </p:spPr>
        <p:txBody>
          <a:bodyPr spcFirstLastPara="1" wrap="square" lIns="81025" tIns="40500" rIns="81025" bIns="405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4"/>
          <p:cNvSpPr txBox="1">
            <a:spLocks noGrp="1"/>
          </p:cNvSpPr>
          <p:nvPr>
            <p:ph type="sldNum" idx="12"/>
          </p:nvPr>
        </p:nvSpPr>
        <p:spPr>
          <a:xfrm>
            <a:off x="8737600" y="6356353"/>
            <a:ext cx="2844800" cy="365125"/>
          </a:xfrm>
          <a:prstGeom prst="rect">
            <a:avLst/>
          </a:prstGeom>
          <a:noFill/>
          <a:ln>
            <a:noFill/>
          </a:ln>
        </p:spPr>
        <p:txBody>
          <a:bodyPr spcFirstLastPara="1" wrap="square" lIns="81025" tIns="40500" rIns="81025" bIns="40500" anchor="ctr" anchorCtr="0">
            <a:noAutofit/>
          </a:bodyPr>
          <a:lstStyle>
            <a:lvl1pPr marL="0" marR="0" lvl="0"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9pPr>
          </a:lstStyle>
          <a:p>
            <a:fld id="{00000000-1234-1234-1234-123412341234}" type="slidenum">
              <a:rPr lang="en-US"/>
              <a:pPr/>
              <a:t>‹#›</a:t>
            </a:fld>
            <a:endParaRPr/>
          </a:p>
        </p:txBody>
      </p:sp>
    </p:spTree>
    <p:extLst>
      <p:ext uri="{BB962C8B-B14F-4D97-AF65-F5344CB8AC3E}">
        <p14:creationId xmlns:p14="http://schemas.microsoft.com/office/powerpoint/2010/main" val="32659296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4"/>
        <p:cNvGrpSpPr/>
        <p:nvPr/>
      </p:nvGrpSpPr>
      <p:grpSpPr>
        <a:xfrm>
          <a:off x="0" y="0"/>
          <a:ext cx="0" cy="0"/>
          <a:chOff x="0" y="0"/>
          <a:chExt cx="0" cy="0"/>
        </a:xfrm>
      </p:grpSpPr>
      <p:sp>
        <p:nvSpPr>
          <p:cNvPr id="75" name="Google Shape;75;p15"/>
          <p:cNvSpPr txBox="1">
            <a:spLocks noGrp="1"/>
          </p:cNvSpPr>
          <p:nvPr>
            <p:ph type="title"/>
          </p:nvPr>
        </p:nvSpPr>
        <p:spPr>
          <a:xfrm rot="5400000">
            <a:off x="7285038" y="1828803"/>
            <a:ext cx="5851525" cy="2743200"/>
          </a:xfrm>
          <a:prstGeom prst="rect">
            <a:avLst/>
          </a:prstGeom>
          <a:noFill/>
          <a:ln>
            <a:noFill/>
          </a:ln>
        </p:spPr>
        <p:txBody>
          <a:bodyPr spcFirstLastPara="1" wrap="square" lIns="81025" tIns="40500" rIns="81025" bIns="405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5"/>
          <p:cNvSpPr txBox="1">
            <a:spLocks noGrp="1"/>
          </p:cNvSpPr>
          <p:nvPr>
            <p:ph type="body" idx="1"/>
          </p:nvPr>
        </p:nvSpPr>
        <p:spPr>
          <a:xfrm rot="5400000">
            <a:off x="1697038" y="-812797"/>
            <a:ext cx="5851525" cy="8026400"/>
          </a:xfrm>
          <a:prstGeom prst="rect">
            <a:avLst/>
          </a:prstGeom>
          <a:noFill/>
          <a:ln>
            <a:noFill/>
          </a:ln>
        </p:spPr>
        <p:txBody>
          <a:bodyPr spcFirstLastPara="1" wrap="square" lIns="81025" tIns="40500" rIns="81025" bIns="405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7" name="Google Shape;77;p15"/>
          <p:cNvSpPr txBox="1">
            <a:spLocks noGrp="1"/>
          </p:cNvSpPr>
          <p:nvPr>
            <p:ph type="dt" idx="10"/>
          </p:nvPr>
        </p:nvSpPr>
        <p:spPr>
          <a:xfrm>
            <a:off x="609600" y="6356353"/>
            <a:ext cx="2844800" cy="365125"/>
          </a:xfrm>
          <a:prstGeom prst="rect">
            <a:avLst/>
          </a:prstGeom>
          <a:noFill/>
          <a:ln>
            <a:noFill/>
          </a:ln>
        </p:spPr>
        <p:txBody>
          <a:bodyPr spcFirstLastPara="1" wrap="square" lIns="81025" tIns="40500" rIns="81025" bIns="405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165600" y="6356353"/>
            <a:ext cx="3860800" cy="365125"/>
          </a:xfrm>
          <a:prstGeom prst="rect">
            <a:avLst/>
          </a:prstGeom>
          <a:noFill/>
          <a:ln>
            <a:noFill/>
          </a:ln>
        </p:spPr>
        <p:txBody>
          <a:bodyPr spcFirstLastPara="1" wrap="square" lIns="81025" tIns="40500" rIns="81025" bIns="405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737600" y="6356353"/>
            <a:ext cx="2844800" cy="365125"/>
          </a:xfrm>
          <a:prstGeom prst="rect">
            <a:avLst/>
          </a:prstGeom>
          <a:noFill/>
          <a:ln>
            <a:noFill/>
          </a:ln>
        </p:spPr>
        <p:txBody>
          <a:bodyPr spcFirstLastPara="1" wrap="square" lIns="81025" tIns="40500" rIns="81025" bIns="40500" anchor="ctr" anchorCtr="0">
            <a:noAutofit/>
          </a:bodyPr>
          <a:lstStyle>
            <a:lvl1pPr marL="0" marR="0" lvl="0"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9pPr>
          </a:lstStyle>
          <a:p>
            <a:fld id="{00000000-1234-1234-1234-123412341234}" type="slidenum">
              <a:rPr lang="en-US"/>
              <a:pPr/>
              <a:t>‹#›</a:t>
            </a:fld>
            <a:endParaRPr/>
          </a:p>
        </p:txBody>
      </p:sp>
    </p:spTree>
    <p:extLst>
      <p:ext uri="{BB962C8B-B14F-4D97-AF65-F5344CB8AC3E}">
        <p14:creationId xmlns:p14="http://schemas.microsoft.com/office/powerpoint/2010/main" val="41811398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 Id="rId11"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1">
            <a:alphaModFix/>
          </a:blip>
          <a:stretch>
            <a:fillRect/>
          </a:stretch>
        </a:blipFill>
        <a:effectLst/>
      </p:bgPr>
    </p:bg>
    <p:spTree>
      <p:nvGrpSpPr>
        <p:cNvPr id="1" name="Shape 5"/>
        <p:cNvGrpSpPr/>
        <p:nvPr/>
      </p:nvGrpSpPr>
      <p:grpSpPr>
        <a:xfrm>
          <a:off x="0" y="0"/>
          <a:ext cx="0" cy="0"/>
          <a:chOff x="0" y="0"/>
          <a:chExt cx="0" cy="0"/>
        </a:xfrm>
      </p:grpSpPr>
      <p:sp>
        <p:nvSpPr>
          <p:cNvPr id="6" name="Google Shape;6;p4"/>
          <p:cNvSpPr txBox="1">
            <a:spLocks noGrp="1"/>
          </p:cNvSpPr>
          <p:nvPr>
            <p:ph type="title"/>
          </p:nvPr>
        </p:nvSpPr>
        <p:spPr>
          <a:xfrm>
            <a:off x="609600" y="274638"/>
            <a:ext cx="10972800" cy="1143000"/>
          </a:xfrm>
          <a:prstGeom prst="rect">
            <a:avLst/>
          </a:prstGeom>
          <a:noFill/>
          <a:ln>
            <a:noFill/>
          </a:ln>
        </p:spPr>
        <p:txBody>
          <a:bodyPr spcFirstLastPara="1" wrap="square" lIns="81025" tIns="40500" rIns="81025" bIns="40500" anchor="ctr" anchorCtr="0">
            <a:normAutofit/>
          </a:bodyPr>
          <a:lstStyle>
            <a:lvl1pPr marR="0" lvl="0" algn="ctr" rtl="0">
              <a:lnSpc>
                <a:spcPct val="100000"/>
              </a:lnSpc>
              <a:spcBef>
                <a:spcPts val="0"/>
              </a:spcBef>
              <a:spcAft>
                <a:spcPts val="0"/>
              </a:spcAft>
              <a:buClr>
                <a:schemeClr val="dk1"/>
              </a:buClr>
              <a:buSzPts val="4680"/>
              <a:buFont typeface="Calibri"/>
              <a:buNone/>
              <a:defRPr sz="468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4"/>
          <p:cNvSpPr txBox="1">
            <a:spLocks noGrp="1"/>
          </p:cNvSpPr>
          <p:nvPr>
            <p:ph type="body" idx="1"/>
          </p:nvPr>
        </p:nvSpPr>
        <p:spPr>
          <a:xfrm>
            <a:off x="609600" y="1600201"/>
            <a:ext cx="10972800" cy="4525963"/>
          </a:xfrm>
          <a:prstGeom prst="rect">
            <a:avLst/>
          </a:prstGeom>
          <a:noFill/>
          <a:ln>
            <a:noFill/>
          </a:ln>
        </p:spPr>
        <p:txBody>
          <a:bodyPr spcFirstLastPara="1" wrap="square" lIns="81025" tIns="40500" rIns="81025" bIns="40500" anchor="t" anchorCtr="0">
            <a:normAutofit/>
          </a:bodyPr>
          <a:lstStyle>
            <a:lvl1pPr marL="457200" marR="0" lvl="0" indent="-441960" algn="l" rtl="0">
              <a:lnSpc>
                <a:spcPct val="100000"/>
              </a:lnSpc>
              <a:spcBef>
                <a:spcPts val="672"/>
              </a:spcBef>
              <a:spcAft>
                <a:spcPts val="0"/>
              </a:spcAft>
              <a:buClr>
                <a:schemeClr val="dk1"/>
              </a:buClr>
              <a:buSzPts val="3360"/>
              <a:buFont typeface="Arial"/>
              <a:buChar char="•"/>
              <a:defRPr sz="3359" b="0" i="0" u="none" strike="noStrike" cap="none">
                <a:solidFill>
                  <a:schemeClr val="dk1"/>
                </a:solidFill>
                <a:latin typeface="Calibri"/>
                <a:ea typeface="Calibri"/>
                <a:cs typeface="Calibri"/>
                <a:sym typeface="Calibri"/>
              </a:defRPr>
            </a:lvl1pPr>
            <a:lvl2pPr marL="914400" marR="0" lvl="1" indent="-419100" algn="l" rtl="0">
              <a:lnSpc>
                <a:spcPct val="100000"/>
              </a:lnSpc>
              <a:spcBef>
                <a:spcPts val="600"/>
              </a:spcBef>
              <a:spcAft>
                <a:spcPts val="0"/>
              </a:spcAft>
              <a:buClr>
                <a:schemeClr val="dk1"/>
              </a:buClr>
              <a:buSzPts val="3000"/>
              <a:buFont typeface="Arial"/>
              <a:buChar char="–"/>
              <a:defRPr sz="3000" b="0" i="0" u="none" strike="noStrike" cap="none">
                <a:solidFill>
                  <a:schemeClr val="dk1"/>
                </a:solidFill>
                <a:latin typeface="Calibri"/>
                <a:ea typeface="Calibri"/>
                <a:cs typeface="Calibri"/>
                <a:sym typeface="Calibri"/>
              </a:defRPr>
            </a:lvl2pPr>
            <a:lvl3pPr marL="1371600" marR="0" lvl="2" indent="-388619" algn="l" rtl="0">
              <a:lnSpc>
                <a:spcPct val="100000"/>
              </a:lnSpc>
              <a:spcBef>
                <a:spcPts val="504"/>
              </a:spcBef>
              <a:spcAft>
                <a:spcPts val="0"/>
              </a:spcAft>
              <a:buClr>
                <a:schemeClr val="dk1"/>
              </a:buClr>
              <a:buSzPts val="2520"/>
              <a:buFont typeface="Arial"/>
              <a:buChar char="•"/>
              <a:defRPr sz="2520" b="0" i="0" u="none" strike="noStrike" cap="none">
                <a:solidFill>
                  <a:schemeClr val="dk1"/>
                </a:solidFill>
                <a:latin typeface="Calibri"/>
                <a:ea typeface="Calibri"/>
                <a:cs typeface="Calibri"/>
                <a:sym typeface="Calibri"/>
              </a:defRPr>
            </a:lvl3pPr>
            <a:lvl4pPr marL="1828800" marR="0" lvl="3" indent="-365760" algn="l" rtl="0">
              <a:lnSpc>
                <a:spcPct val="100000"/>
              </a:lnSpc>
              <a:spcBef>
                <a:spcPts val="432"/>
              </a:spcBef>
              <a:spcAft>
                <a:spcPts val="0"/>
              </a:spcAft>
              <a:buClr>
                <a:schemeClr val="dk1"/>
              </a:buClr>
              <a:buSzPts val="2160"/>
              <a:buFont typeface="Arial"/>
              <a:buChar char="–"/>
              <a:defRPr sz="2160" b="0" i="0" u="none" strike="noStrike" cap="none">
                <a:solidFill>
                  <a:schemeClr val="dk1"/>
                </a:solidFill>
                <a:latin typeface="Calibri"/>
                <a:ea typeface="Calibri"/>
                <a:cs typeface="Calibri"/>
                <a:sym typeface="Calibri"/>
              </a:defRPr>
            </a:lvl4pPr>
            <a:lvl5pPr marL="2286000" marR="0" lvl="4" indent="-365760" algn="l" rtl="0">
              <a:lnSpc>
                <a:spcPct val="100000"/>
              </a:lnSpc>
              <a:spcBef>
                <a:spcPts val="432"/>
              </a:spcBef>
              <a:spcAft>
                <a:spcPts val="0"/>
              </a:spcAft>
              <a:buClr>
                <a:schemeClr val="dk1"/>
              </a:buClr>
              <a:buSzPts val="2160"/>
              <a:buFont typeface="Arial"/>
              <a:buChar char="»"/>
              <a:defRPr sz="2160" b="0" i="0" u="none" strike="noStrike" cap="none">
                <a:solidFill>
                  <a:schemeClr val="dk1"/>
                </a:solidFill>
                <a:latin typeface="Calibri"/>
                <a:ea typeface="Calibri"/>
                <a:cs typeface="Calibri"/>
                <a:sym typeface="Calibri"/>
              </a:defRPr>
            </a:lvl5pPr>
            <a:lvl6pPr marL="2743200" marR="0" lvl="5" indent="-365760" algn="l" rtl="0">
              <a:lnSpc>
                <a:spcPct val="100000"/>
              </a:lnSpc>
              <a:spcBef>
                <a:spcPts val="432"/>
              </a:spcBef>
              <a:spcAft>
                <a:spcPts val="0"/>
              </a:spcAft>
              <a:buClr>
                <a:schemeClr val="dk1"/>
              </a:buClr>
              <a:buSzPts val="2160"/>
              <a:buFont typeface="Arial"/>
              <a:buChar char="•"/>
              <a:defRPr sz="2160" b="0" i="0" u="none" strike="noStrike" cap="none">
                <a:solidFill>
                  <a:schemeClr val="dk1"/>
                </a:solidFill>
                <a:latin typeface="Calibri"/>
                <a:ea typeface="Calibri"/>
                <a:cs typeface="Calibri"/>
                <a:sym typeface="Calibri"/>
              </a:defRPr>
            </a:lvl6pPr>
            <a:lvl7pPr marL="3200400" marR="0" lvl="6" indent="-365760" algn="l" rtl="0">
              <a:lnSpc>
                <a:spcPct val="100000"/>
              </a:lnSpc>
              <a:spcBef>
                <a:spcPts val="432"/>
              </a:spcBef>
              <a:spcAft>
                <a:spcPts val="0"/>
              </a:spcAft>
              <a:buClr>
                <a:schemeClr val="dk1"/>
              </a:buClr>
              <a:buSzPts val="2160"/>
              <a:buFont typeface="Arial"/>
              <a:buChar char="•"/>
              <a:defRPr sz="2160" b="0" i="0" u="none" strike="noStrike" cap="none">
                <a:solidFill>
                  <a:schemeClr val="dk1"/>
                </a:solidFill>
                <a:latin typeface="Calibri"/>
                <a:ea typeface="Calibri"/>
                <a:cs typeface="Calibri"/>
                <a:sym typeface="Calibri"/>
              </a:defRPr>
            </a:lvl7pPr>
            <a:lvl8pPr marL="3657600" marR="0" lvl="7" indent="-365759" algn="l" rtl="0">
              <a:lnSpc>
                <a:spcPct val="100000"/>
              </a:lnSpc>
              <a:spcBef>
                <a:spcPts val="432"/>
              </a:spcBef>
              <a:spcAft>
                <a:spcPts val="0"/>
              </a:spcAft>
              <a:buClr>
                <a:schemeClr val="dk1"/>
              </a:buClr>
              <a:buSzPts val="2160"/>
              <a:buFont typeface="Arial"/>
              <a:buChar char="•"/>
              <a:defRPr sz="2160" b="0" i="0" u="none" strike="noStrike" cap="none">
                <a:solidFill>
                  <a:schemeClr val="dk1"/>
                </a:solidFill>
                <a:latin typeface="Calibri"/>
                <a:ea typeface="Calibri"/>
                <a:cs typeface="Calibri"/>
                <a:sym typeface="Calibri"/>
              </a:defRPr>
            </a:lvl8pPr>
            <a:lvl9pPr marL="4114800" marR="0" lvl="8" indent="-365759" algn="l" rtl="0">
              <a:lnSpc>
                <a:spcPct val="100000"/>
              </a:lnSpc>
              <a:spcBef>
                <a:spcPts val="432"/>
              </a:spcBef>
              <a:spcAft>
                <a:spcPts val="0"/>
              </a:spcAft>
              <a:buClr>
                <a:schemeClr val="dk1"/>
              </a:buClr>
              <a:buSzPts val="2160"/>
              <a:buFont typeface="Arial"/>
              <a:buChar char="•"/>
              <a:defRPr sz="2160" b="0" i="0" u="none" strike="noStrike" cap="none">
                <a:solidFill>
                  <a:schemeClr val="dk1"/>
                </a:solidFill>
                <a:latin typeface="Calibri"/>
                <a:ea typeface="Calibri"/>
                <a:cs typeface="Calibri"/>
                <a:sym typeface="Calibri"/>
              </a:defRPr>
            </a:lvl9pPr>
          </a:lstStyle>
          <a:p>
            <a:endParaRPr/>
          </a:p>
        </p:txBody>
      </p:sp>
      <p:sp>
        <p:nvSpPr>
          <p:cNvPr id="8" name="Google Shape;8;p4"/>
          <p:cNvSpPr txBox="1">
            <a:spLocks noGrp="1"/>
          </p:cNvSpPr>
          <p:nvPr>
            <p:ph type="dt" idx="10"/>
          </p:nvPr>
        </p:nvSpPr>
        <p:spPr>
          <a:xfrm>
            <a:off x="609600" y="6356353"/>
            <a:ext cx="2844800" cy="365125"/>
          </a:xfrm>
          <a:prstGeom prst="rect">
            <a:avLst/>
          </a:prstGeom>
          <a:noFill/>
          <a:ln>
            <a:noFill/>
          </a:ln>
        </p:spPr>
        <p:txBody>
          <a:bodyPr spcFirstLastPara="1" wrap="square" lIns="81025" tIns="40500" rIns="81025" bIns="40500" anchor="ctr" anchorCtr="0">
            <a:noAutofit/>
          </a:bodyPr>
          <a:lstStyle>
            <a:lvl1pPr marR="0" lvl="0" algn="l" rtl="0">
              <a:lnSpc>
                <a:spcPct val="100000"/>
              </a:lnSpc>
              <a:spcBef>
                <a:spcPts val="0"/>
              </a:spcBef>
              <a:spcAft>
                <a:spcPts val="0"/>
              </a:spcAft>
              <a:buClr>
                <a:srgbClr val="000000"/>
              </a:buClr>
              <a:buSzPts val="1400"/>
              <a:buFont typeface="Arial"/>
              <a:buNone/>
              <a:defRPr sz="132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2051"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2051"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2051"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2051"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2051"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2051"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2051"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2051" b="0" i="0" u="none" strike="noStrike" cap="none">
                <a:solidFill>
                  <a:schemeClr val="dk1"/>
                </a:solidFill>
                <a:latin typeface="Calibri"/>
                <a:ea typeface="Calibri"/>
                <a:cs typeface="Calibri"/>
                <a:sym typeface="Calibri"/>
              </a:defRPr>
            </a:lvl9pPr>
          </a:lstStyle>
          <a:p>
            <a:endParaRPr kern="0"/>
          </a:p>
        </p:txBody>
      </p:sp>
      <p:sp>
        <p:nvSpPr>
          <p:cNvPr id="9" name="Google Shape;9;p4"/>
          <p:cNvSpPr txBox="1">
            <a:spLocks noGrp="1"/>
          </p:cNvSpPr>
          <p:nvPr>
            <p:ph type="ftr" idx="11"/>
          </p:nvPr>
        </p:nvSpPr>
        <p:spPr>
          <a:xfrm>
            <a:off x="4165600" y="6356353"/>
            <a:ext cx="3860800" cy="365125"/>
          </a:xfrm>
          <a:prstGeom prst="rect">
            <a:avLst/>
          </a:prstGeom>
          <a:noFill/>
          <a:ln>
            <a:noFill/>
          </a:ln>
        </p:spPr>
        <p:txBody>
          <a:bodyPr spcFirstLastPara="1" wrap="square" lIns="81025" tIns="40500" rIns="81025" bIns="40500" anchor="ctr" anchorCtr="0">
            <a:noAutofit/>
          </a:bodyPr>
          <a:lstStyle>
            <a:lvl1pPr marR="0" lvl="0" algn="ctr" rtl="0">
              <a:lnSpc>
                <a:spcPct val="100000"/>
              </a:lnSpc>
              <a:spcBef>
                <a:spcPts val="0"/>
              </a:spcBef>
              <a:spcAft>
                <a:spcPts val="0"/>
              </a:spcAft>
              <a:buClr>
                <a:srgbClr val="000000"/>
              </a:buClr>
              <a:buSzPts val="1400"/>
              <a:buFont typeface="Arial"/>
              <a:buNone/>
              <a:defRPr sz="132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2051"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2051"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2051"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2051"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2051"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2051"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2051"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2051" b="0" i="0" u="none" strike="noStrike" cap="none">
                <a:solidFill>
                  <a:schemeClr val="dk1"/>
                </a:solidFill>
                <a:latin typeface="Calibri"/>
                <a:ea typeface="Calibri"/>
                <a:cs typeface="Calibri"/>
                <a:sym typeface="Calibri"/>
              </a:defRPr>
            </a:lvl9pPr>
          </a:lstStyle>
          <a:p>
            <a:endParaRPr kern="0"/>
          </a:p>
        </p:txBody>
      </p:sp>
      <p:sp>
        <p:nvSpPr>
          <p:cNvPr id="10" name="Google Shape;10;p4"/>
          <p:cNvSpPr txBox="1">
            <a:spLocks noGrp="1"/>
          </p:cNvSpPr>
          <p:nvPr>
            <p:ph type="sldNum" idx="12"/>
          </p:nvPr>
        </p:nvSpPr>
        <p:spPr>
          <a:xfrm>
            <a:off x="8737600" y="6356353"/>
            <a:ext cx="2844800" cy="365125"/>
          </a:xfrm>
          <a:prstGeom prst="rect">
            <a:avLst/>
          </a:prstGeom>
          <a:noFill/>
          <a:ln>
            <a:noFill/>
          </a:ln>
        </p:spPr>
        <p:txBody>
          <a:bodyPr spcFirstLastPara="1" wrap="square" lIns="81025" tIns="40500" rIns="81025" bIns="40500" anchor="ctr" anchorCtr="0">
            <a:noAutofit/>
          </a:bodyPr>
          <a:lstStyle>
            <a:lvl1pPr marL="0" marR="0" lvl="0" indent="0" algn="r" rtl="0">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9pPr>
          </a:lstStyle>
          <a:p>
            <a:fld id="{00000000-1234-1234-1234-123412341234}" type="slidenum">
              <a:rPr lang="en-US" kern="0"/>
              <a:pPr/>
              <a:t>‹#›</a:t>
            </a:fld>
            <a:endParaRPr kern="0"/>
          </a:p>
        </p:txBody>
      </p:sp>
    </p:spTree>
    <p:extLst>
      <p:ext uri="{BB962C8B-B14F-4D97-AF65-F5344CB8AC3E}">
        <p14:creationId xmlns:p14="http://schemas.microsoft.com/office/powerpoint/2010/main" val="2289019079"/>
      </p:ext>
    </p:extLst>
  </p:cSld>
  <p:clrMap bg1="lt1" tx1="dk1" bg2="dk2" tx2="lt2" accent1="accent1" accent2="accent2" accent3="accent3" accent4="accent4" accent5="accent5" accent6="accent6" hlink="hlink" folHlink="folHlink"/>
  <p:sldLayoutIdLst>
    <p:sldLayoutId id="2147483661" r:id="rId1"/>
    <p:sldLayoutId id="2147483663" r:id="rId2"/>
    <p:sldLayoutId id="2147483664" r:id="rId3"/>
    <p:sldLayoutId id="2147483666" r:id="rId4"/>
    <p:sldLayoutId id="2147483667" r:id="rId5"/>
    <p:sldLayoutId id="2147483668" r:id="rId6"/>
    <p:sldLayoutId id="2147483669" r:id="rId7"/>
    <p:sldLayoutId id="2147483670" r:id="rId8"/>
    <p:sldLayoutId id="2147483671"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822960" y="2743200"/>
            <a:ext cx="9509760" cy="1828800"/>
          </a:xfrm>
          <a:prstGeom prst="rect">
            <a:avLst/>
          </a:prstGeom>
          <a:noFill/>
          <a:ln>
            <a:noFill/>
          </a:ln>
        </p:spPr>
        <p:txBody>
          <a:bodyPr spcFirstLastPara="1" wrap="square" lIns="81025" tIns="40500" rIns="81025" bIns="40500" anchor="ctr" anchorCtr="0"/>
          <a:lstStyle/>
          <a:p>
            <a:pPr lvl="0">
              <a:buSzPct val="96609"/>
            </a:pPr>
            <a:r>
              <a:rPr lang="en-US" dirty="0" sz="3000" b="1">
                <a:latin typeface="Times New Roman" panose="02020603050405020304" pitchFamily="18" charset="0"/>
                <a:cs typeface="Times New Roman" panose="02020603050405020304" pitchFamily="18" charset="0"/>
              </a:rPr>
              <a:t>AI-Driven Event Monitoring System Using Computer Vision and Vision-Language Models</a:t>
            </a:r>
            <a:br>
              <a:rPr lang="en-US"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Under the Guidance of </a:t>
            </a:r>
            <a:br>
              <a:rPr lang="en-US" sz="2800" dirty="0">
                <a:latin typeface="Times New Roman" panose="02020603050405020304" pitchFamily="18" charset="0"/>
                <a:cs typeface="Times New Roman" panose="02020603050405020304" pitchFamily="18" charset="0"/>
              </a:rPr>
            </a:br>
            <a:r>
              <a:rPr lang="en-US" sz="2400" dirty="0" err="1">
                <a:latin typeface="Times New Roman" panose="02020603050405020304" pitchFamily="18" charset="0"/>
                <a:cs typeface="Times New Roman" panose="02020603050405020304" pitchFamily="18" charset="0"/>
              </a:rPr>
              <a:t>xxxxxx</a:t>
            </a:r>
            <a:r>
              <a:rPr lang="en-US" sz="2400"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r>
            <a:endParaRPr dirty="0">
              <a:latin typeface="Times New Roman" panose="02020603050405020304" pitchFamily="18" charset="0"/>
              <a:cs typeface="Times New Roman" panose="02020603050405020304" pitchFamily="18" charset="0"/>
            </a:endParaRPr>
          </a:p>
        </p:txBody>
      </p:sp>
      <p:sp>
        <p:nvSpPr>
          <p:cNvPr id="3" name="Google Shape;84;p1"/>
          <p:cNvSpPr txBox="1">
            <a:spLocks/>
          </p:cNvSpPr>
          <p:nvPr/>
        </p:nvSpPr>
        <p:spPr>
          <a:xfrm>
            <a:off x="6812280" y="4663440"/>
            <a:ext cx="4663440" cy="1463040"/>
          </a:xfrm>
          <a:prstGeom prst="rect">
            <a:avLst/>
          </a:prstGeom>
          <a:noFill/>
          <a:ln>
            <a:noFill/>
          </a:ln>
        </p:spPr>
        <p:txBody>
          <a:bodyPr spcFirstLastPara="1" wrap="square" lIns="81025" tIns="40500" rIns="81025" bIns="40500" anchor="ctr" anchorCtr="0"/>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68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ct val="96609"/>
            </a:pPr>
            <a:r>
              <a:rPr lang="en-US" sz="2000" kern="0" dirty="0">
                <a:latin typeface="Times New Roman" panose="02020603050405020304" pitchFamily="18" charset="0"/>
                <a:cs typeface="Times New Roman" panose="02020603050405020304" pitchFamily="18" charset="0"/>
              </a:rPr>
              <a:t>Team members:</a:t>
            </a:r>
          </a:p>
          <a:p>
            <a:pPr>
              <a:buSzPct val="96609"/>
            </a:pPr>
            <a:r>
              <a:rPr lang="en-US" sz="1800" kern="0" dirty="0" err="1">
                <a:latin typeface="Times New Roman" panose="02020603050405020304" pitchFamily="18" charset="0"/>
                <a:cs typeface="Times New Roman" panose="02020603050405020304" pitchFamily="18" charset="0"/>
              </a:rPr>
              <a:t>Gampa Anupama (23BD1A1216)</a:t>
            </a:r>
            <a:r>
              <a:rPr lang="en-US" sz="2400" kern="0" dirty="0">
                <a:latin typeface="Times New Roman" panose="02020603050405020304" pitchFamily="18" charset="0"/>
                <a:cs typeface="Times New Roman" panose="02020603050405020304" pitchFamily="18" charset="0"/>
              </a:rPr>
              <a:t/>
            </a:r>
            <a:r>
              <a:rPr lang="en-US" sz="2400" kern="0" dirty="0" err="1">
                <a:latin typeface="Times New Roman" panose="02020603050405020304" pitchFamily="18" charset="0"/>
                <a:cs typeface="Times New Roman" panose="02020603050405020304" pitchFamily="18" charset="0"/>
              </a:rPr>
              <a:t/>
            </a:r>
            <a:endParaRPr lang="en-US" sz="2400" kern="0" dirty="0">
              <a:latin typeface="Times New Roman" panose="02020603050405020304" pitchFamily="18" charset="0"/>
              <a:cs typeface="Times New Roman" panose="02020603050405020304" pitchFamily="18" charset="0"/>
            </a:endParaRPr>
          </a:p>
          <a:p>
            <a:pPr>
              <a:buSzPct val="96609"/>
            </a:pPr>
            <a:r>
              <a:rPr lang="en-US" sz="1800" kern="0" dirty="0" err="1">
                <a:latin typeface="Times New Roman" panose="02020603050405020304" pitchFamily="18" charset="0"/>
                <a:cs typeface="Times New Roman" panose="02020603050405020304" pitchFamily="18" charset="0"/>
              </a:rPr>
              <a:t>Kodipyaka Sujana Gupta (23BD1A1231)</a:t>
            </a:r>
            <a:r>
              <a:rPr lang="en-US" sz="2400" kern="0" dirty="0">
                <a:latin typeface="Times New Roman" panose="02020603050405020304" pitchFamily="18" charset="0"/>
                <a:cs typeface="Times New Roman" panose="02020603050405020304" pitchFamily="18" charset="0"/>
              </a:rPr>
              <a:t/>
            </a:r>
            <a:r>
              <a:rPr lang="en-US" sz="2400" kern="0" dirty="0" err="1">
                <a:latin typeface="Times New Roman" panose="02020603050405020304" pitchFamily="18" charset="0"/>
                <a:cs typeface="Times New Roman" panose="02020603050405020304" pitchFamily="18" charset="0"/>
              </a:rPr>
              <a:t/>
            </a:r>
            <a:endParaRPr lang="en-US" sz="2400" kern="0" dirty="0">
              <a:latin typeface="Times New Roman" panose="02020603050405020304" pitchFamily="18" charset="0"/>
              <a:cs typeface="Times New Roman" panose="02020603050405020304" pitchFamily="18" charset="0"/>
            </a:endParaRPr>
          </a:p>
          <a:p>
            <a:pPr>
              <a:buSzPct val="96609"/>
            </a:pPr>
            <a:r>
              <a:rPr lang="en-US" kern="0" dirty="0" sz="1800">
                <a:latin typeface="Times New Roman" panose="02020603050405020304" pitchFamily="18" charset="0"/>
                <a:cs typeface="Times New Roman" panose="02020603050405020304" pitchFamily="18" charset="0"/>
              </a:rPr>
              <a:t>Mudiga Shivani (23BD1A1239)</a:t>
            </a:r>
          </a:p>
        </p:txBody>
      </p:sp>
    </p:spTree>
    <p:extLst>
      <p:ext uri="{BB962C8B-B14F-4D97-AF65-F5344CB8AC3E}">
        <p14:creationId xmlns:p14="http://schemas.microsoft.com/office/powerpoint/2010/main" val="24018009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609600" y="235309"/>
            <a:ext cx="10972800" cy="1143000"/>
          </a:xfrm>
        </p:spPr>
        <p:txBody>
          <a:bodyPr/>
          <a:lstStyle/>
          <a:p>
            <a:r>
              <a:rPr sz="3600" b="1"/>
              <a:t>Abstract</a:t>
            </a:r>
          </a:p>
        </p:txBody>
      </p:sp>
      <p:sp>
        <p:nvSpPr>
          <p:cNvPr id="9" name="Rounded Rectangle 8"/>
          <p:cNvSpPr/>
          <p:nvPr/>
        </p:nvSpPr>
        <p:spPr>
          <a:xfrm>
            <a:off x="868680" y="1325880"/>
            <a:ext cx="10424160" cy="4343400"/>
          </a:xfrm>
          <a:prstGeom prst="roundRect">
            <a:avLst>
              <a:gd name="adj" fmla="val 5000"/>
            </a:avLst>
          </a:prstGeom>
          <a:solidFill>
            <a:srgbClr val="FBE5D6"/>
          </a:solidFill>
          <a:ln w="12700">
            <a:solidFill>
              <a:srgbClr val="F8CBAD"/>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tIns="137160" rIns="274320" bIns="137160">
            <a:noAutofit/>
          </a:bodyPr>
          <a:lstStyle/>
          <a:p>
            <a:pPr algn="just">
              <a:spcAft>
                <a:spcPts val="0"/>
              </a:spcAft>
              <a:buNone/>
            </a:pPr>
            <a:r>
              <a:rPr sz="1600" b="0" i="0">
                <a:solidFill>
                  <a:srgbClr val="1F1F1F"/>
                </a:solidFill>
                <a:latin typeface="Arial"/>
              </a:rPr>
              <a:t>Large-scale events require continuous situational awareness, rapid incident triage, and coordinated response across multiple stakeholder roles. This project presents an integrated AI-based event monitoring and response platform that unifies live surveillance analytics, incident reporting, volunteer coordination, and attendee assistance within a single full-stack system. The backend combines Express, MongoDB, and Socket.IO for realtime issue tracking, alert propagation, and role-based workflow management, while the frontend uses React and Vite to provide dedicated dashboards for admins, volunteers, and attendees. On the AI layer, the system uses a YOLOv8 model for real-time fire detection, CLIP-based semantic classification for violence detection, MTCNN and FaceNet face embeddings for missing-person search, and ORB feature matching for lost-object search. A Gemini-based chatbot further summarizes event logs to generate operational insights. The architecture is designed to convert AI detections into actionable alerts, assign them to authorized responders, and track resolution status end-to-end. By bridging computer vision, vision-language modeling, identity verification, and human coordination, the platform provides a practical framework for safer, faster, and more organized event management.</a:t>
            </a:r>
          </a:p>
        </p:txBody>
      </p:sp>
      <p:sp>
        <p:nvSpPr>
          <p:cNvPr id="10" name="Rounded Rectangle 9"/>
          <p:cNvSpPr/>
          <p:nvPr/>
        </p:nvSpPr>
        <p:spPr>
          <a:xfrm>
            <a:off x="868680" y="5806440"/>
            <a:ext cx="10424160" cy="685800"/>
          </a:xfrm>
          <a:prstGeom prst="roundRect">
            <a:avLst>
              <a:gd name="adj" fmla="val 5000"/>
            </a:avLst>
          </a:prstGeom>
          <a:solidFill>
            <a:srgbClr val="DDEF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noAutofit/>
          </a:bodyPr>
          <a:lstStyle/>
          <a:p>
            <a:pPr algn="l">
              <a:spcAft>
                <a:spcPts val="200"/>
              </a:spcAft>
              <a:buNone/>
            </a:pPr>
            <a:r>
              <a:rPr sz="1400" b="1" i="0">
                <a:solidFill>
                  <a:srgbClr val="0E5E63"/>
                </a:solidFill>
                <a:latin typeface="Arial"/>
              </a:rPr>
              <a:t>Keywords: </a:t>
            </a:r>
            <a:r>
              <a:rPr sz="1400" b="0" i="0">
                <a:solidFill>
                  <a:srgbClr val="1F1F1F"/>
                </a:solidFill>
                <a:latin typeface="Arial"/>
              </a:rPr>
              <a:t>Event monitoring, YOLOv8, computer vision, real-time surveillance, incident management, face recognition, CLIP, geolocation tracking</a:t>
            </a:r>
          </a:p>
        </p:txBody>
      </p:sp>
    </p:spTree>
    <p:extLst>
      <p:ext uri="{BB962C8B-B14F-4D97-AF65-F5344CB8AC3E}">
        <p14:creationId xmlns:p14="http://schemas.microsoft.com/office/powerpoint/2010/main" val="16071904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B1BC2B5D-5DBE-31DE-E5E4-6E3739C7BFA7}"/>
              </a:ext>
            </a:extLst>
          </p:cNvPr>
          <p:cNvGraphicFramePr>
            <a:graphicFrameLocks noGrp="1"/>
          </p:cNvGraphicFramePr>
          <p:nvPr>
            <p:extLst>
              <p:ext uri="{D42A27DB-BD31-4B8C-83A1-F6EECF244321}">
                <p14:modId xmlns:p14="http://schemas.microsoft.com/office/powerpoint/2010/main" val="1431332611"/>
              </p:ext>
            </p:extLst>
          </p:nvPr>
        </p:nvGraphicFramePr>
        <p:xfrm>
          <a:off x="612648" y="1189702"/>
          <a:ext cx="8001000" cy="5400737"/>
        </p:xfrm>
        <a:graphic>
          <a:graphicData uri="http://schemas.openxmlformats.org/drawingml/2006/table">
            <a:tbl>
              <a:tblPr/>
              <a:tblGrid>
                <a:gridCol w="1909916">
                  <a:extLst>
                    <a:ext uri="{9D8B030D-6E8A-4147-A177-3AD203B41FA5}">
                      <a16:colId xmlns:a16="http://schemas.microsoft.com/office/drawing/2014/main" val="3099101295"/>
                    </a:ext>
                  </a:extLst>
                </a:gridCol>
                <a:gridCol w="1909916">
                  <a:extLst>
                    <a:ext uri="{9D8B030D-6E8A-4147-A177-3AD203B41FA5}">
                      <a16:colId xmlns:a16="http://schemas.microsoft.com/office/drawing/2014/main" val="276671102"/>
                    </a:ext>
                  </a:extLst>
                </a:gridCol>
                <a:gridCol w="1909916">
                  <a:extLst>
                    <a:ext uri="{9D8B030D-6E8A-4147-A177-3AD203B41FA5}">
                      <a16:colId xmlns:a16="http://schemas.microsoft.com/office/drawing/2014/main" val="879014478"/>
                    </a:ext>
                  </a:extLst>
                </a:gridCol>
                <a:gridCol w="1909916">
                  <a:extLst>
                    <a:ext uri="{9D8B030D-6E8A-4147-A177-3AD203B41FA5}">
                      <a16:colId xmlns:a16="http://schemas.microsoft.com/office/drawing/2014/main" val="2205021571"/>
                    </a:ext>
                  </a:extLst>
                </a:gridCol>
              </a:tblGrid>
              <a:tr h="303546">
                <a:tc>
                  <a:txBody>
                    <a:bodyPr/>
                    <a:lstStyle/>
                    <a:p>
                      <a:pPr>
                        <a:buNone/>
                      </a:pPr>
                      <a:r>
                        <a:rPr lang="en-IN" sz="1150" b="1"/>
                        <a:t>Paper</a:t>
                      </a:r>
                      <a:endParaRPr lang="en-IN" sz="1400"/>
                    </a:p>
                  </a:txBody>
                  <a:tcPr marL="70183" marR="70183" marT="35091" marB="35091" anchor="ctr">
                    <a:lnL>
                      <a:noFill/>
                    </a:lnL>
                    <a:lnR>
                      <a:noFill/>
                    </a:lnR>
                    <a:lnT>
                      <a:noFill/>
                    </a:lnT>
                    <a:lnB>
                      <a:noFill/>
                    </a:lnB>
                    <a:solidFill>
                      <a:srgbClr val="FBE5D6"/>
                    </a:solidFill>
                  </a:tcPr>
                </a:tc>
                <a:tc>
                  <a:txBody>
                    <a:bodyPr/>
                    <a:lstStyle/>
                    <a:p>
                      <a:pPr>
                        <a:buNone/>
                      </a:pPr>
                      <a:r>
                        <a:rPr lang="en-IN" sz="1150" b="1"/>
                        <a:t>Methodology</a:t>
                      </a:r>
                      <a:endParaRPr lang="en-IN" sz="1400"/>
                    </a:p>
                  </a:txBody>
                  <a:tcPr marL="70183" marR="70183" marT="35091" marB="35091" anchor="ctr">
                    <a:lnL>
                      <a:noFill/>
                    </a:lnL>
                    <a:lnR>
                      <a:noFill/>
                    </a:lnR>
                    <a:lnT>
                      <a:noFill/>
                    </a:lnT>
                    <a:lnB>
                      <a:noFill/>
                    </a:lnB>
                    <a:solidFill>
                      <a:srgbClr val="FBE5D6"/>
                    </a:solidFill>
                  </a:tcPr>
                </a:tc>
                <a:tc>
                  <a:txBody>
                    <a:bodyPr/>
                    <a:lstStyle/>
                    <a:p>
                      <a:pPr>
                        <a:buNone/>
                      </a:pPr>
                      <a:r>
                        <a:rPr lang="en-IN" sz="1150" b="1"/>
                        <a:t>Key Contribution</a:t>
                      </a:r>
                      <a:endParaRPr lang="en-IN" sz="1400"/>
                    </a:p>
                  </a:txBody>
                  <a:tcPr marL="70183" marR="70183" marT="35091" marB="35091" anchor="ctr">
                    <a:lnL>
                      <a:noFill/>
                    </a:lnL>
                    <a:lnR>
                      <a:noFill/>
                    </a:lnR>
                    <a:lnT>
                      <a:noFill/>
                    </a:lnT>
                    <a:lnB>
                      <a:noFill/>
                    </a:lnB>
                    <a:solidFill>
                      <a:srgbClr val="FBE5D6"/>
                    </a:solidFill>
                  </a:tcPr>
                </a:tc>
                <a:tc>
                  <a:txBody>
                    <a:bodyPr/>
                    <a:lstStyle/>
                    <a:p>
                      <a:pPr>
                        <a:buNone/>
                      </a:pPr>
                      <a:r>
                        <a:rPr lang="en-IN" sz="1150" b="1"/>
                        <a:t>Limitation</a:t>
                      </a:r>
                      <a:endParaRPr lang="en-IN" sz="1400"/>
                    </a:p>
                  </a:txBody>
                  <a:tcPr marL="70183" marR="70183" marT="35091" marB="35091" anchor="ctr">
                    <a:lnL>
                      <a:noFill/>
                    </a:lnL>
                    <a:lnR>
                      <a:noFill/>
                    </a:lnR>
                    <a:lnT>
                      <a:noFill/>
                    </a:lnT>
                    <a:lnB>
                      <a:noFill/>
                    </a:lnB>
                    <a:solidFill>
                      <a:srgbClr val="FBE5D6"/>
                    </a:solidFill>
                  </a:tcPr>
                </a:tc>
                <a:extLst>
                  <a:ext uri="{0D108BD9-81ED-4DB2-BD59-A6C34878D82A}">
                    <a16:rowId xmlns:a16="http://schemas.microsoft.com/office/drawing/2014/main" val="917653736"/>
                  </a:ext>
                </a:extLst>
              </a:tr>
              <a:tr h="1445607">
                <a:tc>
                  <a:txBody>
                    <a:bodyPr/>
                    <a:lstStyle/>
                    <a:p>
                      <a:pPr>
                        <a:buNone/>
                      </a:pPr>
                      <a:r>
                        <a:rPr lang="en-IN" sz="1150" b="1"/>
                        <a:t>An Enhanced Framework for Real-Time Dense Crowd Abnormal Behavior Detection using YOLOv8 (2025)</a:t>
                      </a:r>
                      <a:endParaRPr lang="en-IN" sz="1400"/>
                    </a:p>
                  </a:txBody>
                  <a:tcPr marL="70183" marR="70183" marT="35091" marB="35091" anchor="ctr">
                    <a:lnL>
                      <a:noFill/>
                    </a:lnL>
                    <a:lnR>
                      <a:noFill/>
                    </a:lnR>
                    <a:lnT>
                      <a:noFill/>
                    </a:lnT>
                    <a:lnB>
                      <a:noFill/>
                    </a:lnB>
                    <a:solidFill>
                      <a:srgbClr val="FBE5D6"/>
                    </a:solidFill>
                  </a:tcPr>
                </a:tc>
                <a:tc>
                  <a:txBody>
                    <a:bodyPr/>
                    <a:lstStyle/>
                    <a:p>
                      <a:pPr>
                        <a:buNone/>
                      </a:pPr>
                      <a:r>
                        <a:rPr lang="en-IN" sz="1150" dirty="0"/>
                        <a:t>YOLOv8 + Soft-NMS</a:t>
                      </a:r>
                    </a:p>
                  </a:txBody>
                  <a:tcPr marL="70183" marR="70183" marT="35091" marB="35091" anchor="ctr">
                    <a:lnL>
                      <a:noFill/>
                    </a:lnL>
                    <a:lnR>
                      <a:noFill/>
                    </a:lnR>
                    <a:lnT>
                      <a:noFill/>
                    </a:lnT>
                    <a:lnB>
                      <a:noFill/>
                    </a:lnB>
                    <a:solidFill>
                      <a:srgbClr val="FBE5D6"/>
                    </a:solidFill>
                  </a:tcPr>
                </a:tc>
                <a:tc>
                  <a:txBody>
                    <a:bodyPr/>
                    <a:lstStyle/>
                    <a:p>
                      <a:pPr>
                        <a:buNone/>
                      </a:pPr>
                      <a:r>
                        <a:rPr lang="en-IN" sz="1150" dirty="0"/>
                        <a:t>Detects abnormal crowd </a:t>
                      </a:r>
                      <a:r>
                        <a:rPr lang="en-IN" sz="1150" dirty="0" err="1"/>
                        <a:t>behavior</a:t>
                      </a:r>
                      <a:r>
                        <a:rPr lang="en-IN" sz="1150" dirty="0"/>
                        <a:t> in dense public gatherings with improved accuracy (91.6%).</a:t>
                      </a:r>
                    </a:p>
                  </a:txBody>
                  <a:tcPr marL="70183" marR="70183" marT="35091" marB="35091" anchor="ctr">
                    <a:lnL>
                      <a:noFill/>
                    </a:lnL>
                    <a:lnR>
                      <a:noFill/>
                    </a:lnR>
                    <a:lnT>
                      <a:noFill/>
                    </a:lnT>
                    <a:lnB>
                      <a:noFill/>
                    </a:lnB>
                    <a:solidFill>
                      <a:srgbClr val="FBE5D6"/>
                    </a:solidFill>
                  </a:tcPr>
                </a:tc>
                <a:tc>
                  <a:txBody>
                    <a:bodyPr/>
                    <a:lstStyle/>
                    <a:p>
                      <a:pPr>
                        <a:buNone/>
                      </a:pPr>
                      <a:r>
                        <a:rPr lang="en-IN" sz="1150"/>
                        <a:t>Focuses only on crowd anomaly detection and lacks integrated event management.</a:t>
                      </a:r>
                    </a:p>
                  </a:txBody>
                  <a:tcPr marL="70183" marR="70183" marT="35091" marB="35091" anchor="ctr">
                    <a:lnL>
                      <a:noFill/>
                    </a:lnL>
                    <a:lnR>
                      <a:noFill/>
                    </a:lnR>
                    <a:lnT>
                      <a:noFill/>
                    </a:lnT>
                    <a:lnB>
                      <a:noFill/>
                    </a:lnB>
                    <a:solidFill>
                      <a:srgbClr val="FBE5D6"/>
                    </a:solidFill>
                  </a:tcPr>
                </a:tc>
                <a:extLst>
                  <a:ext uri="{0D108BD9-81ED-4DB2-BD59-A6C34878D82A}">
                    <a16:rowId xmlns:a16="http://schemas.microsoft.com/office/drawing/2014/main" val="3734534261"/>
                  </a:ext>
                </a:extLst>
              </a:tr>
              <a:tr h="988782">
                <a:tc>
                  <a:txBody>
                    <a:bodyPr/>
                    <a:lstStyle/>
                    <a:p>
                      <a:pPr>
                        <a:buNone/>
                      </a:pPr>
                      <a:r>
                        <a:rPr lang="en-IN" sz="1150" b="1"/>
                        <a:t>YOLOv5 + Deep SORT for Crowd Surveillance (2023)</a:t>
                      </a:r>
                      <a:endParaRPr lang="en-IN" sz="1400"/>
                    </a:p>
                  </a:txBody>
                  <a:tcPr marL="70183" marR="70183" marT="35091" marB="35091" anchor="ctr">
                    <a:lnL>
                      <a:noFill/>
                    </a:lnL>
                    <a:lnR>
                      <a:noFill/>
                    </a:lnR>
                    <a:lnT>
                      <a:noFill/>
                    </a:lnT>
                    <a:lnB>
                      <a:noFill/>
                    </a:lnB>
                    <a:solidFill>
                      <a:srgbClr val="FBE5D6"/>
                    </a:solidFill>
                  </a:tcPr>
                </a:tc>
                <a:tc>
                  <a:txBody>
                    <a:bodyPr/>
                    <a:lstStyle/>
                    <a:p>
                      <a:pPr>
                        <a:buNone/>
                      </a:pPr>
                      <a:r>
                        <a:rPr lang="en-IN" sz="1150"/>
                        <a:t>YOLOv5 + Deep SORT + SVM</a:t>
                      </a:r>
                    </a:p>
                  </a:txBody>
                  <a:tcPr marL="70183" marR="70183" marT="35091" marB="35091" anchor="ctr">
                    <a:lnL>
                      <a:noFill/>
                    </a:lnL>
                    <a:lnR>
                      <a:noFill/>
                    </a:lnR>
                    <a:lnT>
                      <a:noFill/>
                    </a:lnT>
                    <a:lnB>
                      <a:noFill/>
                    </a:lnB>
                    <a:solidFill>
                      <a:srgbClr val="FBE5D6"/>
                    </a:solidFill>
                  </a:tcPr>
                </a:tc>
                <a:tc>
                  <a:txBody>
                    <a:bodyPr/>
                    <a:lstStyle/>
                    <a:p>
                      <a:pPr>
                        <a:buNone/>
                      </a:pPr>
                      <a:r>
                        <a:rPr lang="en-IN" sz="1150"/>
                        <a:t>Performs crowd tracking and anomaly detection in surveillance videos.</a:t>
                      </a:r>
                    </a:p>
                  </a:txBody>
                  <a:tcPr marL="70183" marR="70183" marT="35091" marB="35091" anchor="ctr">
                    <a:lnL>
                      <a:noFill/>
                    </a:lnL>
                    <a:lnR>
                      <a:noFill/>
                    </a:lnR>
                    <a:lnT>
                      <a:noFill/>
                    </a:lnT>
                    <a:lnB>
                      <a:noFill/>
                    </a:lnB>
                    <a:solidFill>
                      <a:srgbClr val="FBE5D6"/>
                    </a:solidFill>
                  </a:tcPr>
                </a:tc>
                <a:tc>
                  <a:txBody>
                    <a:bodyPr/>
                    <a:lstStyle/>
                    <a:p>
                      <a:pPr>
                        <a:buNone/>
                      </a:pPr>
                      <a:r>
                        <a:rPr lang="en-IN" sz="1150"/>
                        <a:t>High computational cost and reduced real-time performance in dense crowds.</a:t>
                      </a:r>
                    </a:p>
                  </a:txBody>
                  <a:tcPr marL="70183" marR="70183" marT="35091" marB="35091" anchor="ctr">
                    <a:lnL>
                      <a:noFill/>
                    </a:lnL>
                    <a:lnR>
                      <a:noFill/>
                    </a:lnR>
                    <a:lnT>
                      <a:noFill/>
                    </a:lnT>
                    <a:lnB>
                      <a:noFill/>
                    </a:lnB>
                    <a:solidFill>
                      <a:srgbClr val="FBE5D6"/>
                    </a:solidFill>
                  </a:tcPr>
                </a:tc>
                <a:extLst>
                  <a:ext uri="{0D108BD9-81ED-4DB2-BD59-A6C34878D82A}">
                    <a16:rowId xmlns:a16="http://schemas.microsoft.com/office/drawing/2014/main" val="1642693224"/>
                  </a:ext>
                </a:extLst>
              </a:tr>
              <a:tr h="1217195">
                <a:tc>
                  <a:txBody>
                    <a:bodyPr/>
                    <a:lstStyle/>
                    <a:p>
                      <a:pPr>
                        <a:buNone/>
                      </a:pPr>
                      <a:r>
                        <a:rPr lang="en-IN" sz="1150" b="1"/>
                        <a:t>GAN-Based Crowd Anomaly Detection (2022)</a:t>
                      </a:r>
                      <a:endParaRPr lang="en-IN" sz="1400"/>
                    </a:p>
                  </a:txBody>
                  <a:tcPr marL="70183" marR="70183" marT="35091" marB="35091" anchor="ctr">
                    <a:lnL>
                      <a:noFill/>
                    </a:lnL>
                    <a:lnR>
                      <a:noFill/>
                    </a:lnR>
                    <a:lnT>
                      <a:noFill/>
                    </a:lnT>
                    <a:lnB>
                      <a:noFill/>
                    </a:lnB>
                    <a:solidFill>
                      <a:srgbClr val="FBE5D6"/>
                    </a:solidFill>
                  </a:tcPr>
                </a:tc>
                <a:tc>
                  <a:txBody>
                    <a:bodyPr/>
                    <a:lstStyle/>
                    <a:p>
                      <a:pPr>
                        <a:buNone/>
                      </a:pPr>
                      <a:r>
                        <a:rPr lang="en-IN" sz="1150"/>
                        <a:t>GAN + U-Net + Transfer Learning</a:t>
                      </a:r>
                    </a:p>
                  </a:txBody>
                  <a:tcPr marL="70183" marR="70183" marT="35091" marB="35091" anchor="ctr">
                    <a:lnL>
                      <a:noFill/>
                    </a:lnL>
                    <a:lnR>
                      <a:noFill/>
                    </a:lnR>
                    <a:lnT>
                      <a:noFill/>
                    </a:lnT>
                    <a:lnB>
                      <a:noFill/>
                    </a:lnB>
                    <a:solidFill>
                      <a:srgbClr val="FBE5D6"/>
                    </a:solidFill>
                  </a:tcPr>
                </a:tc>
                <a:tc>
                  <a:txBody>
                    <a:bodyPr/>
                    <a:lstStyle/>
                    <a:p>
                      <a:pPr>
                        <a:buNone/>
                      </a:pPr>
                      <a:r>
                        <a:rPr lang="en-IN" sz="1150"/>
                        <a:t>Detects abnormal crowd behavior using deep learning techniques.</a:t>
                      </a:r>
                    </a:p>
                  </a:txBody>
                  <a:tcPr marL="70183" marR="70183" marT="35091" marB="35091" anchor="ctr">
                    <a:lnL>
                      <a:noFill/>
                    </a:lnL>
                    <a:lnR>
                      <a:noFill/>
                    </a:lnR>
                    <a:lnT>
                      <a:noFill/>
                    </a:lnT>
                    <a:lnB>
                      <a:noFill/>
                    </a:lnB>
                    <a:solidFill>
                      <a:srgbClr val="FBE5D6"/>
                    </a:solidFill>
                  </a:tcPr>
                </a:tc>
                <a:tc>
                  <a:txBody>
                    <a:bodyPr/>
                    <a:lstStyle/>
                    <a:p>
                      <a:pPr>
                        <a:buNone/>
                      </a:pPr>
                      <a:r>
                        <a:rPr lang="en-IN" sz="1150" dirty="0"/>
                        <a:t>Sensitive to occlusions, illumination changes, and produces lower accuracy in complex scenes.</a:t>
                      </a:r>
                    </a:p>
                  </a:txBody>
                  <a:tcPr marL="70183" marR="70183" marT="35091" marB="35091" anchor="ctr">
                    <a:lnL>
                      <a:noFill/>
                    </a:lnL>
                    <a:lnR>
                      <a:noFill/>
                    </a:lnR>
                    <a:lnT>
                      <a:noFill/>
                    </a:lnT>
                    <a:lnB>
                      <a:noFill/>
                    </a:lnB>
                    <a:solidFill>
                      <a:srgbClr val="FBE5D6"/>
                    </a:solidFill>
                  </a:tcPr>
                </a:tc>
                <a:extLst>
                  <a:ext uri="{0D108BD9-81ED-4DB2-BD59-A6C34878D82A}">
                    <a16:rowId xmlns:a16="http://schemas.microsoft.com/office/drawing/2014/main" val="689221623"/>
                  </a:ext>
                </a:extLst>
              </a:tr>
              <a:tr h="1445607">
                <a:tc>
                  <a:txBody>
                    <a:bodyPr/>
                    <a:lstStyle/>
                    <a:p>
                      <a:pPr>
                        <a:buNone/>
                      </a:pPr>
                      <a:r>
                        <a:rPr lang="en-IN" sz="1150" b="1"/>
                        <a:t>Lightweight CNN for Violence Detection (2021)</a:t>
                      </a:r>
                      <a:endParaRPr lang="en-IN" sz="1400"/>
                    </a:p>
                  </a:txBody>
                  <a:tcPr marL="70183" marR="70183" marT="35091" marB="35091" anchor="ctr">
                    <a:lnL>
                      <a:noFill/>
                    </a:lnL>
                    <a:lnR>
                      <a:noFill/>
                    </a:lnR>
                    <a:lnT>
                      <a:noFill/>
                    </a:lnT>
                    <a:lnB>
                      <a:noFill/>
                    </a:lnB>
                    <a:solidFill>
                      <a:srgbClr val="FBE5D6"/>
                    </a:solidFill>
                  </a:tcPr>
                </a:tc>
                <a:tc>
                  <a:txBody>
                    <a:bodyPr/>
                    <a:lstStyle/>
                    <a:p>
                      <a:pPr>
                        <a:buNone/>
                      </a:pPr>
                      <a:r>
                        <a:rPr lang="en-IN" sz="1150"/>
                        <a:t>Lightweight CNN</a:t>
                      </a:r>
                    </a:p>
                  </a:txBody>
                  <a:tcPr marL="70183" marR="70183" marT="35091" marB="35091" anchor="ctr">
                    <a:lnL>
                      <a:noFill/>
                    </a:lnL>
                    <a:lnR>
                      <a:noFill/>
                    </a:lnR>
                    <a:lnT>
                      <a:noFill/>
                    </a:lnT>
                    <a:lnB>
                      <a:noFill/>
                    </a:lnB>
                    <a:solidFill>
                      <a:srgbClr val="FBE5D6"/>
                    </a:solidFill>
                  </a:tcPr>
                </a:tc>
                <a:tc>
                  <a:txBody>
                    <a:bodyPr/>
                    <a:lstStyle/>
                    <a:p>
                      <a:pPr>
                        <a:buNone/>
                      </a:pPr>
                      <a:r>
                        <a:rPr lang="en-IN" sz="1150"/>
                        <a:t>Detects violent activities in surveillance videos with good accuracy.</a:t>
                      </a:r>
                    </a:p>
                  </a:txBody>
                  <a:tcPr marL="70183" marR="70183" marT="35091" marB="35091" anchor="ctr">
                    <a:lnL>
                      <a:noFill/>
                    </a:lnL>
                    <a:lnR>
                      <a:noFill/>
                    </a:lnR>
                    <a:lnT>
                      <a:noFill/>
                    </a:lnT>
                    <a:lnB>
                      <a:noFill/>
                    </a:lnB>
                    <a:solidFill>
                      <a:srgbClr val="FBE5D6"/>
                    </a:solidFill>
                  </a:tcPr>
                </a:tc>
                <a:tc>
                  <a:txBody>
                    <a:bodyPr/>
                    <a:lstStyle/>
                    <a:p>
                      <a:pPr>
                        <a:buNone/>
                      </a:pPr>
                      <a:r>
                        <a:rPr lang="en-IN" sz="1150" dirty="0"/>
                        <a:t>Detects only violence and lacks crowd analysis, missing-person tracking, and emergency coordination.</a:t>
                      </a:r>
                    </a:p>
                  </a:txBody>
                  <a:tcPr marL="70183" marR="70183" marT="35091" marB="35091" anchor="ctr">
                    <a:lnL>
                      <a:noFill/>
                    </a:lnL>
                    <a:lnR>
                      <a:noFill/>
                    </a:lnR>
                    <a:lnT>
                      <a:noFill/>
                    </a:lnT>
                    <a:lnB>
                      <a:noFill/>
                    </a:lnB>
                    <a:solidFill>
                      <a:srgbClr val="FBE5D6"/>
                    </a:solidFill>
                  </a:tcPr>
                </a:tc>
                <a:extLst>
                  <a:ext uri="{0D108BD9-81ED-4DB2-BD59-A6C34878D82A}">
                    <a16:rowId xmlns:a16="http://schemas.microsoft.com/office/drawing/2014/main" val="1763401070"/>
                  </a:ext>
                </a:extLst>
              </a:tr>
            </a:tbl>
          </a:graphicData>
        </a:graphic>
      </p:graphicFrame>
      <p:sp>
        <p:nvSpPr>
          <p:cNvPr id="3" name="TextBox 3">
            <a:extLst>
              <a:ext uri="{FF2B5EF4-FFF2-40B4-BE49-F238E27FC236}">
                <a16:creationId xmlns:a16="http://schemas.microsoft.com/office/drawing/2014/main" id="{1D8BB23C-6455-A0D5-B9D7-86DD4F12F55F}"/>
              </a:ext>
            </a:extLst>
          </p:cNvPr>
          <p:cNvSpPr txBox="1"/>
          <p:nvPr/>
        </p:nvSpPr>
        <p:spPr>
          <a:xfrm>
            <a:off x="8732520" y="1189702"/>
            <a:ext cx="3291840" cy="5355312"/>
          </a:xfrm>
          <a:prstGeom prst="rect">
            <a:avLst/>
          </a:prstGeom>
          <a:noFill/>
        </p:spPr>
        <p:txBody>
          <a:bodyPr wrap="square">
            <a:spAutoFit/>
          </a:bodyPr>
          <a:lstStyle/>
          <a:p>
            <a:pPr>
              <a:buNone/>
            </a:pPr>
            <a:r>
              <a:rPr lang="en-IN" b="1" dirty="0" sz="1500"/>
              <a:t>Key Observations</a:t>
            </a:r>
          </a:p>
          <a:p>
            <a:pPr marL="342900" lvl="0" indent="-342900">
              <a:buFont typeface="Arial" panose="020B0604020202020204" pitchFamily="34" charset="0"/>
              <a:buChar char="•"/>
            </a:pPr>
            <a:r>
              <a:rPr lang="en-IN" dirty="0" sz="1250"/>
              <a:t>Most existing research focuses on </a:t>
            </a:r>
            <a:r>
              <a:rPr lang="en-IN" b="1" dirty="0" sz="1500"/>
              <a:t>a single task</a:t>
            </a:r>
            <a:r>
              <a:rPr lang="en-IN" dirty="0" sz="1250"/>
              <a:t> such as violence detection or crowd anomaly detection. </a:t>
            </a:r>
          </a:p>
          <a:p>
            <a:pPr marL="342900" lvl="0" indent="-342900">
              <a:buFont typeface="Arial" panose="020B0604020202020204" pitchFamily="34" charset="0"/>
              <a:buChar char="•"/>
            </a:pPr>
            <a:r>
              <a:rPr lang="en-IN" dirty="0" sz="1250"/>
              <a:t>Existing systems do not provide </a:t>
            </a:r>
            <a:r>
              <a:rPr lang="en-IN" b="1" dirty="0" sz="1500"/>
              <a:t>end-to-end event management</a:t>
            </a:r>
            <a:r>
              <a:rPr lang="en-IN" dirty="0" sz="1250"/>
              <a:t>. </a:t>
            </a:r>
          </a:p>
          <a:p>
            <a:pPr marL="342900" lvl="0" indent="-342900">
              <a:buFont typeface="Arial" panose="020B0604020202020204" pitchFamily="34" charset="0"/>
              <a:buChar char="•"/>
            </a:pPr>
            <a:r>
              <a:rPr lang="en-IN" dirty="0" sz="1250"/>
              <a:t>Limited support for </a:t>
            </a:r>
            <a:r>
              <a:rPr lang="en-IN" b="1" dirty="0" sz="1500"/>
              <a:t>missing person identification</a:t>
            </a:r>
            <a:r>
              <a:rPr lang="en-IN" dirty="0" sz="1250"/>
              <a:t>, </a:t>
            </a:r>
            <a:r>
              <a:rPr lang="en-IN" b="1" dirty="0" sz="1500"/>
              <a:t>lost item recovery</a:t>
            </a:r>
            <a:r>
              <a:rPr lang="en-IN" dirty="0" sz="1250"/>
              <a:t>, and </a:t>
            </a:r>
            <a:r>
              <a:rPr lang="en-IN" b="1" dirty="0" sz="1500"/>
              <a:t>volunteer coordination</a:t>
            </a:r>
            <a:r>
              <a:rPr lang="en-IN" dirty="0" sz="1250"/>
              <a:t>. </a:t>
            </a:r>
          </a:p>
          <a:p>
            <a:pPr marL="342900" lvl="0" indent="-342900">
              <a:buFont typeface="Arial" panose="020B0604020202020204" pitchFamily="34" charset="0"/>
              <a:buChar char="•"/>
            </a:pPr>
            <a:r>
              <a:rPr lang="en-IN" dirty="0" sz="1250"/>
              <a:t>Few systems integrate </a:t>
            </a:r>
            <a:r>
              <a:rPr lang="en-IN" b="1" dirty="0" sz="1500"/>
              <a:t>Computer Vision</a:t>
            </a:r>
            <a:r>
              <a:rPr lang="en-IN" dirty="0" sz="1250"/>
              <a:t>, </a:t>
            </a:r>
            <a:r>
              <a:rPr lang="en-IN" b="1" dirty="0" sz="1500"/>
              <a:t>Geo-Intelligence</a:t>
            </a:r>
            <a:r>
              <a:rPr lang="en-IN" dirty="0" sz="1250"/>
              <a:t>, and </a:t>
            </a:r>
            <a:r>
              <a:rPr lang="en-IN" b="1" dirty="0" sz="1500"/>
              <a:t>Role-Based Access</a:t>
            </a:r>
            <a:r>
              <a:rPr lang="en-IN" dirty="0" sz="1250"/>
              <a:t> into one platform. </a:t>
            </a:r>
          </a:p>
          <a:p>
            <a:pPr marL="342900" lvl="0" indent="-342900">
              <a:buFont typeface="Arial" panose="020B0604020202020204" pitchFamily="34" charset="0"/>
              <a:buChar char="•"/>
            </a:pPr>
            <a:r>
              <a:rPr lang="en-IN" dirty="0" sz="1250"/>
              <a:t>These limitations motivated the development of </a:t>
            </a:r>
            <a:r>
              <a:rPr lang="en-IN" b="1" dirty="0" sz="1500"/>
              <a:t>Vigilance</a:t>
            </a:r>
            <a:r>
              <a:rPr lang="en-IN" dirty="0" sz="1250"/>
              <a:t>, which provides a unified AI-driven event monitoring solution. </a:t>
            </a:r>
          </a:p>
        </p:txBody>
      </p:sp>
      <p:sp>
        <p:nvSpPr>
          <p:cNvPr id="4" name="Title 7">
            <a:extLst>
              <a:ext uri="{FF2B5EF4-FFF2-40B4-BE49-F238E27FC236}">
                <a16:creationId xmlns:a16="http://schemas.microsoft.com/office/drawing/2014/main" id="{54614E16-96EB-932E-3612-5D97F52616A7}"/>
              </a:ext>
            </a:extLst>
          </p:cNvPr>
          <p:cNvSpPr>
            <a:spLocks noGrp="1"/>
          </p:cNvSpPr>
          <p:nvPr>
            <p:ph type="title"/>
          </p:nvPr>
        </p:nvSpPr>
        <p:spPr>
          <a:xfrm>
            <a:off x="678426" y="147484"/>
            <a:ext cx="5024284" cy="940348"/>
          </a:xfrm>
        </p:spPr>
        <p:txBody>
          <a:bodyPr>
            <a:normAutofit/>
          </a:bodyPr>
          <a:lstStyle/>
          <a:p>
            <a:r>
              <a:rPr lang="en-IN" b="1" dirty="0" sz="3200"/>
              <a:t>LITERATURE SURVEY</a:t>
            </a:r>
            <a:endParaRPr lang="en-US" b="1" dirty="0"/>
          </a:p>
        </p:txBody>
      </p:sp>
    </p:spTree>
    <p:extLst>
      <p:ext uri="{BB962C8B-B14F-4D97-AF65-F5344CB8AC3E}">
        <p14:creationId xmlns:p14="http://schemas.microsoft.com/office/powerpoint/2010/main" val="31435055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7"/>
          <p:cNvSpPr>
            <a:spLocks noGrp="1"/>
          </p:cNvSpPr>
          <p:nvPr>
            <p:ph type="title"/>
          </p:nvPr>
        </p:nvSpPr>
        <p:spPr>
          <a:xfrm>
            <a:off x="609600" y="0"/>
            <a:ext cx="5486400" cy="940348"/>
          </a:xfrm>
        </p:spPr>
        <p:txBody>
          <a:bodyPr/>
          <a:lstStyle/>
          <a:p>
            <a:r>
              <a:rPr lang="en-US" b="1" dirty="0" sz="3600"/>
              <a:t>Existing System</a:t>
            </a:r>
          </a:p>
        </p:txBody>
      </p:sp>
      <p:sp>
        <p:nvSpPr>
          <p:cNvPr id="3" name="Rectangle 1">
            <a:extLst>
              <a:ext uri="{FF2B5EF4-FFF2-40B4-BE49-F238E27FC236}">
                <a16:creationId xmlns:a16="http://schemas.microsoft.com/office/drawing/2014/main" id="{566903ED-0D86-EECA-F2FA-8128E87BA230}"/>
              </a:ext>
            </a:extLst>
          </p:cNvPr>
          <p:cNvSpPr/>
          <p:nvPr/>
        </p:nvSpPr>
        <p:spPr>
          <a:xfrm>
            <a:off x="868680" y="1051560"/>
            <a:ext cx="6949440" cy="3931920"/>
          </a:xfrm>
          <a:prstGeom prst="rect">
            <a:avLst/>
          </a:prstGeom>
          <a:solidFill>
            <a:srgbClr val="FBE5D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600"/>
              </a:spcAft>
            </a:pPr>
            <a:r>
              <a:rPr lang="en-IN" sz="2200" b="1" dirty="0">
                <a:solidFill>
                  <a:schemeClr val="tx1"/>
                </a:solidFill>
              </a:rPr>
              <a:t>Current Event Monitoring Approaches</a:t>
            </a:r>
          </a:p>
          <a:p>
            <a:pPr marL="285750" lvl="0" indent="-285750">
              <a:spcAft>
                <a:spcPts val="600"/>
              </a:spcAft>
              <a:buFont typeface="Arial" panose="020B0604020202020204" pitchFamily="34" charset="0"/>
              <a:buChar char="•"/>
            </a:pPr>
            <a:r>
              <a:rPr lang="en-IN" sz="1900" dirty="0">
                <a:solidFill>
                  <a:schemeClr val="tx1"/>
                </a:solidFill>
              </a:rPr>
              <a:t>Manual CCTV surveillance by security personnel. </a:t>
            </a:r>
          </a:p>
          <a:p>
            <a:pPr marL="285750" lvl="0" indent="-285750">
              <a:spcAft>
                <a:spcPts val="600"/>
              </a:spcAft>
              <a:buFont typeface="Arial" panose="020B0604020202020204" pitchFamily="34" charset="0"/>
              <a:buChar char="•"/>
            </a:pPr>
            <a:r>
              <a:rPr lang="en-IN" sz="1900" dirty="0">
                <a:solidFill>
                  <a:schemeClr val="tx1"/>
                </a:solidFill>
              </a:rPr>
              <a:t>Conventional surveillance systems record video without intelligent analysis. </a:t>
            </a:r>
          </a:p>
          <a:p>
            <a:pPr marL="285750" lvl="0" indent="-285750">
              <a:spcAft>
                <a:spcPts val="600"/>
              </a:spcAft>
              <a:buFont typeface="Arial" panose="020B0604020202020204" pitchFamily="34" charset="0"/>
              <a:buChar char="•"/>
            </a:pPr>
            <a:r>
              <a:rPr lang="en-IN" sz="1900" dirty="0">
                <a:solidFill>
                  <a:schemeClr val="tx1"/>
                </a:solidFill>
              </a:rPr>
              <a:t>Incident reporting depends on human observation and communication. </a:t>
            </a:r>
          </a:p>
          <a:p>
            <a:pPr marL="285750" lvl="0" indent="-285750">
              <a:spcAft>
                <a:spcPts val="600"/>
              </a:spcAft>
              <a:buFont typeface="Arial" panose="020B0604020202020204" pitchFamily="34" charset="0"/>
              <a:buChar char="•"/>
            </a:pPr>
            <a:r>
              <a:rPr lang="en-IN" sz="1900" dirty="0">
                <a:solidFill>
                  <a:schemeClr val="tx1"/>
                </a:solidFill>
              </a:rPr>
              <a:t>Separate systems are used for surveillance, emergency response, and volunteer coordination. </a:t>
            </a:r>
          </a:p>
          <a:p>
            <a:pPr marL="285750" lvl="0" indent="-285750">
              <a:spcAft>
                <a:spcPts val="600"/>
              </a:spcAft>
              <a:buFont typeface="Arial" panose="020B0604020202020204" pitchFamily="34" charset="0"/>
              <a:buChar char="•"/>
            </a:pPr>
            <a:r>
              <a:rPr lang="en-IN" sz="1900" dirty="0">
                <a:solidFill>
                  <a:schemeClr val="tx1"/>
                </a:solidFill>
              </a:rPr>
              <a:t>Limited automation in detecting emergencies or abnormal activities. </a:t>
            </a:r>
          </a:p>
          <a:p>
            <a:pPr marL="285750" lvl="0" indent="-285750">
              <a:spcAft>
                <a:spcPts val="600"/>
              </a:spcAft>
              <a:buFont typeface="Arial" panose="020B0604020202020204" pitchFamily="34" charset="0"/>
              <a:buChar char="•"/>
            </a:pPr>
            <a:r>
              <a:rPr lang="en-IN" sz="1900" dirty="0">
                <a:solidFill>
                  <a:schemeClr val="tx1"/>
                </a:solidFill>
              </a:rPr>
              <a:t>Reactive response after incidents have already occurred. </a:t>
            </a:r>
          </a:p>
        </p:txBody>
      </p:sp>
      <p:pic>
        <p:nvPicPr>
          <p:cNvPr id="4" name="Picture 5">
            <a:extLst>
              <a:ext uri="{FF2B5EF4-FFF2-40B4-BE49-F238E27FC236}">
                <a16:creationId xmlns:a16="http://schemas.microsoft.com/office/drawing/2014/main" id="{6FEDB8E3-B53B-2617-1085-5827EE29D8D0}"/>
              </a:ext>
            </a:extLst>
          </p:cNvPr>
          <p:cNvPicPr>
            <a:picLocks noChangeAspect="1"/>
          </p:cNvPicPr>
          <p:nvPr/>
        </p:nvPicPr>
        <p:blipFill>
          <a:blip r:embed="rId2"/>
          <a:srcRect t="6179"/>
          <a:stretch>
            <a:fillRect/>
          </a:stretch>
        </p:blipFill>
        <p:spPr>
          <a:xfrm>
            <a:off x="1417320" y="5166360"/>
            <a:ext cx="9326880" cy="1585674"/>
          </a:xfrm>
          <a:prstGeom prst="rect">
            <a:avLst/>
          </a:prstGeom>
        </p:spPr>
      </p:pic>
      <p:pic>
        <p:nvPicPr>
          <p:cNvPr id="5" name="Picture 8">
            <a:extLst>
              <a:ext uri="{FF2B5EF4-FFF2-40B4-BE49-F238E27FC236}">
                <a16:creationId xmlns:a16="http://schemas.microsoft.com/office/drawing/2014/main" id="{3F972E73-DE56-D4A1-A354-05487D0DF1E2}"/>
              </a:ext>
            </a:extLst>
          </p:cNvPr>
          <p:cNvPicPr>
            <a:picLocks noChangeAspect="1"/>
          </p:cNvPicPr>
          <p:nvPr/>
        </p:nvPicPr>
        <p:blipFill>
          <a:blip r:embed="rId3"/>
          <a:stretch>
            <a:fillRect/>
          </a:stretch>
        </p:blipFill>
        <p:spPr>
          <a:xfrm>
            <a:off x="8321040" y="914400"/>
            <a:ext cx="2800131" cy="4160520"/>
          </a:xfrm>
          <a:prstGeom prst="rect">
            <a:avLst/>
          </a:prstGeom>
        </p:spPr>
      </p:pic>
    </p:spTree>
    <p:extLst>
      <p:ext uri="{BB962C8B-B14F-4D97-AF65-F5344CB8AC3E}">
        <p14:creationId xmlns:p14="http://schemas.microsoft.com/office/powerpoint/2010/main" val="26659086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609600" y="235309"/>
            <a:ext cx="10972800" cy="1143000"/>
          </a:xfrm>
        </p:spPr>
        <p:txBody>
          <a:bodyPr/>
          <a:lstStyle/>
          <a:p>
            <a:r>
              <a:rPr sz="3600" b="1"/>
              <a:t>Disadvantages of Existing System</a:t>
            </a:r>
          </a:p>
        </p:txBody>
      </p:sp>
      <p:sp>
        <p:nvSpPr>
          <p:cNvPr id="9" name="Rectangle 3">
            <a:extLst>
              <a:ext uri="{FF2B5EF4-FFF2-40B4-BE49-F238E27FC236}">
                <a16:creationId xmlns:a16="http://schemas.microsoft.com/office/drawing/2014/main" id="{E75AA385-C29E-F79C-CCC4-8FDDF40AB80A}"/>
              </a:ext>
            </a:extLst>
          </p:cNvPr>
          <p:cNvSpPr/>
          <p:nvPr/>
        </p:nvSpPr>
        <p:spPr>
          <a:xfrm>
            <a:off x="868680" y="1371600"/>
            <a:ext cx="6903720" cy="4937760"/>
          </a:xfrm>
          <a:prstGeom prst="rect">
            <a:avLst/>
          </a:prstGeom>
          <a:solidFill>
            <a:srgbClr val="FBE5D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lvl="0" indent="-285750">
              <a:spcAft>
                <a:spcPts val="800"/>
              </a:spcAft>
              <a:buFont typeface="Arial" panose="020B0604020202020204" pitchFamily="34" charset="0"/>
              <a:buChar char="•"/>
            </a:pPr>
            <a:r>
              <a:rPr lang="en-IN" sz="2000" dirty="0">
                <a:solidFill>
                  <a:schemeClr val="tx1"/>
                </a:solidFill>
              </a:rPr>
              <a:t> Continuous human monitoring leads to fatigue and missed incidents. </a:t>
            </a:r>
          </a:p>
          <a:p>
            <a:pPr marL="285750" lvl="0" indent="-285750">
              <a:spcAft>
                <a:spcPts val="800"/>
              </a:spcAft>
              <a:buFont typeface="Arial" panose="020B0604020202020204" pitchFamily="34" charset="0"/>
              <a:buChar char="•"/>
            </a:pPr>
            <a:r>
              <a:rPr lang="en-IN" sz="2000" dirty="0">
                <a:solidFill>
                  <a:schemeClr val="tx1"/>
                </a:solidFill>
              </a:rPr>
              <a:t> Delayed detection of fire, violence, and crowd congestion. </a:t>
            </a:r>
          </a:p>
          <a:p>
            <a:pPr marL="285750" lvl="0" indent="-285750">
              <a:spcAft>
                <a:spcPts val="800"/>
              </a:spcAft>
              <a:buFont typeface="Arial" panose="020B0604020202020204" pitchFamily="34" charset="0"/>
              <a:buChar char="•"/>
            </a:pPr>
            <a:r>
              <a:rPr lang="en-IN" sz="2000" dirty="0">
                <a:solidFill>
                  <a:schemeClr val="tx1"/>
                </a:solidFill>
              </a:rPr>
              <a:t> No automated real-time alert generation. </a:t>
            </a:r>
          </a:p>
          <a:p>
            <a:pPr marL="285750" lvl="0" indent="-285750">
              <a:spcAft>
                <a:spcPts val="800"/>
              </a:spcAft>
              <a:buFont typeface="Arial" panose="020B0604020202020204" pitchFamily="34" charset="0"/>
              <a:buChar char="•"/>
            </a:pPr>
            <a:r>
              <a:rPr lang="en-IN" sz="2000" dirty="0">
                <a:solidFill>
                  <a:schemeClr val="tx1"/>
                </a:solidFill>
              </a:rPr>
              <a:t> Poor coordination between organizers, volunteers, and emergency responders. </a:t>
            </a:r>
          </a:p>
          <a:p>
            <a:pPr marL="285750" lvl="0" indent="-285750">
              <a:spcAft>
                <a:spcPts val="800"/>
              </a:spcAft>
              <a:buFont typeface="Arial" panose="020B0604020202020204" pitchFamily="34" charset="0"/>
              <a:buChar char="•"/>
            </a:pPr>
            <a:r>
              <a:rPr lang="en-IN" sz="2000" dirty="0">
                <a:solidFill>
                  <a:schemeClr val="tx1"/>
                </a:solidFill>
              </a:rPr>
              <a:t> Difficult to locate missing persons and lost belongings. </a:t>
            </a:r>
          </a:p>
          <a:p>
            <a:pPr marL="285750" lvl="0" indent="-285750">
              <a:spcAft>
                <a:spcPts val="800"/>
              </a:spcAft>
              <a:buFont typeface="Arial" panose="020B0604020202020204" pitchFamily="34" charset="0"/>
              <a:buChar char="•"/>
            </a:pPr>
            <a:r>
              <a:rPr lang="en-IN" sz="2000" dirty="0">
                <a:solidFill>
                  <a:schemeClr val="tx1"/>
                </a:solidFill>
              </a:rPr>
              <a:t> No predictive analytics for preventing potential risks. </a:t>
            </a:r>
          </a:p>
          <a:p>
            <a:pPr marL="285750" lvl="0" indent="-285750">
              <a:spcAft>
                <a:spcPts val="800"/>
              </a:spcAft>
              <a:buFont typeface="Arial" panose="020B0604020202020204" pitchFamily="34" charset="0"/>
              <a:buChar char="•"/>
            </a:pPr>
            <a:r>
              <a:rPr lang="en-IN" sz="2000" dirty="0">
                <a:solidFill>
                  <a:schemeClr val="tx1"/>
                </a:solidFill>
              </a:rPr>
              <a:t> High operational cost due to dependence on manual surveillance. </a:t>
            </a:r>
          </a:p>
        </p:txBody>
      </p:sp>
      <p:pic>
        <p:nvPicPr>
          <p:cNvPr id="10" name="Picture 4">
            <a:extLst>
              <a:ext uri="{FF2B5EF4-FFF2-40B4-BE49-F238E27FC236}">
                <a16:creationId xmlns:a16="http://schemas.microsoft.com/office/drawing/2014/main" id="{C71FFF46-1A54-E242-75E5-D11ABE95C9BF}"/>
              </a:ext>
            </a:extLst>
          </p:cNvPr>
          <p:cNvPicPr>
            <a:picLocks noChangeAspect="1"/>
          </p:cNvPicPr>
          <p:nvPr/>
        </p:nvPicPr>
        <p:blipFill>
          <a:blip r:embed="rId2"/>
          <a:stretch>
            <a:fillRect/>
          </a:stretch>
        </p:blipFill>
        <p:spPr>
          <a:xfrm>
            <a:off x="8001000" y="1463040"/>
            <a:ext cx="4049707" cy="4754880"/>
          </a:xfrm>
          <a:prstGeom prst="rect">
            <a:avLst/>
          </a:prstGeom>
        </p:spPr>
      </p:pic>
    </p:spTree>
    <p:extLst>
      <p:ext uri="{BB962C8B-B14F-4D97-AF65-F5344CB8AC3E}">
        <p14:creationId xmlns:p14="http://schemas.microsoft.com/office/powerpoint/2010/main" val="14282129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609600" y="235309"/>
            <a:ext cx="10972800" cy="1143000"/>
          </a:xfrm>
        </p:spPr>
        <p:txBody>
          <a:bodyPr/>
          <a:lstStyle/>
          <a:p>
            <a:r>
              <a:rPr sz="3600" b="1"/>
              <a:t>Proposed System</a:t>
            </a:r>
          </a:p>
        </p:txBody>
      </p:sp>
      <p:sp>
        <p:nvSpPr>
          <p:cNvPr id="9" name="Rounded Rectangle 8"/>
          <p:cNvSpPr/>
          <p:nvPr/>
        </p:nvSpPr>
        <p:spPr>
          <a:xfrm>
            <a:off x="868680" y="1280160"/>
            <a:ext cx="10424160" cy="658368"/>
          </a:xfrm>
          <a:prstGeom prst="roundRect">
            <a:avLst>
              <a:gd name="adj" fmla="val 5000"/>
            </a:avLst>
          </a:prstGeom>
          <a:solidFill>
            <a:srgbClr val="DDEF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noAutofit/>
          </a:bodyPr>
          <a:lstStyle/>
          <a:p>
            <a:pPr algn="l">
              <a:spcAft>
                <a:spcPts val="200"/>
              </a:spcAft>
              <a:buNone/>
            </a:pPr>
            <a:r>
              <a:rPr sz="1500" b="0" i="0">
                <a:solidFill>
                  <a:srgbClr val="1F1F1F"/>
                </a:solidFill>
                <a:latin typeface="Arial"/>
              </a:rPr>
              <a:t>Vigilance is an AI-powered event monitoring platform that analyses live camera feeds, turns incidents into real-time alerts, and coordinates admins, volunteers and attendees from one web application.</a:t>
            </a:r>
          </a:p>
        </p:txBody>
      </p:sp>
      <p:sp>
        <p:nvSpPr>
          <p:cNvPr id="10" name="Rounded Rectangle 9"/>
          <p:cNvSpPr/>
          <p:nvPr/>
        </p:nvSpPr>
        <p:spPr>
          <a:xfrm>
            <a:off x="868680" y="2084831"/>
            <a:ext cx="3346704" cy="566928"/>
          </a:xfrm>
          <a:prstGeom prst="roundRect">
            <a:avLst>
              <a:gd name="adj" fmla="val 5000"/>
            </a:avLst>
          </a:prstGeom>
          <a:solidFill>
            <a:srgbClr val="0E5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noAutofit/>
          </a:bodyPr>
          <a:lstStyle/>
          <a:p>
            <a:pPr algn="ctr">
              <a:spcAft>
                <a:spcPts val="0"/>
              </a:spcAft>
              <a:buNone/>
            </a:pPr>
            <a:r>
              <a:rPr sz="1600" b="1" i="0">
                <a:solidFill>
                  <a:srgbClr val="FFFFFF"/>
                </a:solidFill>
                <a:latin typeface="Arial"/>
              </a:rPr>
              <a:t>VISION</a:t>
            </a:r>
          </a:p>
          <a:p>
            <a:pPr algn="ctr">
              <a:spcAft>
                <a:spcPts val="0"/>
              </a:spcAft>
              <a:buNone/>
            </a:pPr>
            <a:r>
              <a:rPr sz="1150" b="0" i="0">
                <a:solidFill>
                  <a:srgbClr val="FFFFFF"/>
                </a:solidFill>
                <a:latin typeface="Arial"/>
              </a:rPr>
              <a:t>Live camera feed analysis</a:t>
            </a:r>
          </a:p>
        </p:txBody>
      </p:sp>
      <p:sp>
        <p:nvSpPr>
          <p:cNvPr id="11" name="Rounded Rectangle 10"/>
          <p:cNvSpPr/>
          <p:nvPr/>
        </p:nvSpPr>
        <p:spPr>
          <a:xfrm>
            <a:off x="868680" y="2697480"/>
            <a:ext cx="3346704" cy="3063240"/>
          </a:xfrm>
          <a:prstGeom prst="roundRect">
            <a:avLst>
              <a:gd name="adj" fmla="val 3000"/>
            </a:avLst>
          </a:prstGeom>
          <a:solidFill>
            <a:srgbClr val="FBE5D6"/>
          </a:solidFill>
          <a:ln w="12700">
            <a:solidFill>
              <a:srgbClr val="F8CBAD"/>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tIns="91440" rIns="109728" bIns="54864">
            <a:noAutofit/>
          </a:bodyPr>
          <a:lstStyle/>
          <a:p>
            <a:pPr algn="l" marL="201168" indent="-201168">
              <a:spcAft>
                <a:spcPts val="500"/>
              </a:spcAft>
              <a:buFont typeface="Arial"/>
              <a:buChar char="•"/>
            </a:pPr>
            <a:r>
              <a:rPr sz="1300" b="0" i="0">
                <a:solidFill>
                  <a:srgbClr val="1F1F1F"/>
                </a:solidFill>
                <a:latin typeface="Arial"/>
              </a:rPr>
              <a:t>Live IP-camera stream processed with OpenCV</a:t>
            </a:r>
          </a:p>
          <a:p>
            <a:pPr marL="201168" indent="-201168" algn="l">
              <a:spcAft>
                <a:spcPts val="500"/>
              </a:spcAft>
              <a:buFont typeface="Arial"/>
              <a:buChar char="•"/>
            </a:pPr>
            <a:r>
              <a:rPr sz="1300" b="0" i="0">
                <a:solidFill>
                  <a:srgbClr val="1F1F1F"/>
                </a:solidFill>
                <a:latin typeface="Arial"/>
              </a:rPr>
              <a:t>Fire detection – custom YOLOv8 model</a:t>
            </a:r>
          </a:p>
          <a:p>
            <a:pPr marL="201168" indent="-201168" algn="l">
              <a:spcAft>
                <a:spcPts val="500"/>
              </a:spcAft>
              <a:buFont typeface="Arial"/>
              <a:buChar char="•"/>
            </a:pPr>
            <a:r>
              <a:rPr sz="1300" b="0" i="0">
                <a:solidFill>
                  <a:srgbClr val="1F1F1F"/>
                </a:solidFill>
                <a:latin typeface="Arial"/>
              </a:rPr>
              <a:t>Violence detection – CLIP ViT-B/32 zero-shot classification</a:t>
            </a:r>
          </a:p>
          <a:p>
            <a:pPr marL="201168" indent="-201168" algn="l">
              <a:spcAft>
                <a:spcPts val="500"/>
              </a:spcAft>
              <a:buFont typeface="Arial"/>
              <a:buChar char="•"/>
            </a:pPr>
            <a:r>
              <a:rPr sz="1300" b="0" i="0">
                <a:solidFill>
                  <a:srgbClr val="1F1F1F"/>
                </a:solidFill>
                <a:latin typeface="Arial"/>
              </a:rPr>
              <a:t>On-screen alarm and detection event log</a:t>
            </a:r>
          </a:p>
          <a:p>
            <a:pPr marL="201168" indent="-201168" algn="l">
              <a:spcAft>
                <a:spcPts val="500"/>
              </a:spcAft>
              <a:buFont typeface="Arial"/>
              <a:buChar char="•"/>
            </a:pPr>
            <a:r>
              <a:rPr sz="1300" b="0" i="1">
                <a:solidFill>
                  <a:srgbClr val="6E6E6E"/>
                </a:solidFill>
                <a:latin typeface="Arial"/>
              </a:rPr>
              <a:t>Crowd surge detection (YOLOv8 person count) (planned)</a:t>
            </a:r>
          </a:p>
          <a:p>
            <a:pPr marL="201168" indent="-201168" algn="l">
              <a:spcAft>
                <a:spcPts val="500"/>
              </a:spcAft>
              <a:buFont typeface="Arial"/>
              <a:buChar char="•"/>
            </a:pPr>
            <a:r>
              <a:rPr sz="1300" b="0" i="1">
                <a:solidFill>
                  <a:srgbClr val="6E6E6E"/>
                </a:solidFill>
                <a:latin typeface="Arial"/>
              </a:rPr>
              <a:t>Weapon (gun) detection (planned)</a:t>
            </a:r>
          </a:p>
        </p:txBody>
      </p:sp>
      <p:sp>
        <p:nvSpPr>
          <p:cNvPr id="12" name="Rounded Rectangle 11"/>
          <p:cNvSpPr/>
          <p:nvPr/>
        </p:nvSpPr>
        <p:spPr>
          <a:xfrm>
            <a:off x="4407408" y="2084831"/>
            <a:ext cx="3346704" cy="566928"/>
          </a:xfrm>
          <a:prstGeom prst="roundRect">
            <a:avLst>
              <a:gd name="adj" fmla="val 5000"/>
            </a:avLst>
          </a:prstGeom>
          <a:solidFill>
            <a:srgbClr val="0E5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noAutofit/>
          </a:bodyPr>
          <a:lstStyle/>
          <a:p>
            <a:pPr algn="ctr">
              <a:spcAft>
                <a:spcPts val="0"/>
              </a:spcAft>
              <a:buNone/>
            </a:pPr>
            <a:r>
              <a:rPr sz="1600" b="1" i="0">
                <a:solidFill>
                  <a:srgbClr val="FFFFFF"/>
                </a:solidFill>
                <a:latin typeface="Arial"/>
              </a:rPr>
              <a:t>LOCATOR</a:t>
            </a:r>
          </a:p>
          <a:p>
            <a:pPr algn="ctr">
              <a:spcAft>
                <a:spcPts val="0"/>
              </a:spcAft>
              <a:buNone/>
            </a:pPr>
            <a:r>
              <a:rPr sz="1150" b="0" i="0">
                <a:solidFill>
                  <a:srgbClr val="FFFFFF"/>
                </a:solidFill>
                <a:latin typeface="Arial"/>
              </a:rPr>
              <a:t>AI-powered matching &amp; recovery</a:t>
            </a:r>
          </a:p>
        </p:txBody>
      </p:sp>
      <p:sp>
        <p:nvSpPr>
          <p:cNvPr id="13" name="Rounded Rectangle 12"/>
          <p:cNvSpPr/>
          <p:nvPr/>
        </p:nvSpPr>
        <p:spPr>
          <a:xfrm>
            <a:off x="4407408" y="2697480"/>
            <a:ext cx="3346704" cy="3063240"/>
          </a:xfrm>
          <a:prstGeom prst="roundRect">
            <a:avLst>
              <a:gd name="adj" fmla="val 3000"/>
            </a:avLst>
          </a:prstGeom>
          <a:solidFill>
            <a:srgbClr val="FBE5D6"/>
          </a:solidFill>
          <a:ln w="12700">
            <a:solidFill>
              <a:srgbClr val="F8CBAD"/>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tIns="91440" rIns="109728" bIns="54864">
            <a:noAutofit/>
          </a:bodyPr>
          <a:lstStyle/>
          <a:p>
            <a:pPr algn="l" marL="201168" indent="-201168">
              <a:spcAft>
                <a:spcPts val="500"/>
              </a:spcAft>
              <a:buFont typeface="Arial"/>
              <a:buChar char="•"/>
            </a:pPr>
            <a:r>
              <a:rPr sz="1300" b="0" i="0">
                <a:solidFill>
                  <a:srgbClr val="1F1F1F"/>
                </a:solidFill>
                <a:latin typeface="Arial"/>
              </a:rPr>
              <a:t>Lost &amp; Found reports for items and missing children</a:t>
            </a:r>
          </a:p>
          <a:p>
            <a:pPr marL="201168" indent="-201168" algn="l">
              <a:spcAft>
                <a:spcPts val="500"/>
              </a:spcAft>
              <a:buFont typeface="Arial"/>
              <a:buChar char="•"/>
            </a:pPr>
            <a:r>
              <a:rPr sz="1300" b="0" i="0">
                <a:solidFill>
                  <a:srgbClr val="1F1F1F"/>
                </a:solidFill>
                <a:latin typeface="Arial"/>
              </a:rPr>
              <a:t>Missing-person search – MTCNN + FaceNet embeddings over CCTV videos</a:t>
            </a:r>
          </a:p>
          <a:p>
            <a:pPr marL="201168" indent="-201168" algn="l">
              <a:spcAft>
                <a:spcPts val="500"/>
              </a:spcAft>
              <a:buFont typeface="Arial"/>
              <a:buChar char="•"/>
            </a:pPr>
            <a:r>
              <a:rPr sz="1300" b="0" i="0">
                <a:solidFill>
                  <a:srgbClr val="1F1F1F"/>
                </a:solidFill>
                <a:latin typeface="Arial"/>
              </a:rPr>
              <a:t>Lost-object search – ORB features + RANSAC + colour histograms</a:t>
            </a:r>
          </a:p>
          <a:p>
            <a:pPr marL="201168" indent="-201168" algn="l">
              <a:spcAft>
                <a:spcPts val="500"/>
              </a:spcAft>
              <a:buFont typeface="Arial"/>
              <a:buChar char="•"/>
            </a:pPr>
            <a:r>
              <a:rPr sz="1300" b="0" i="0">
                <a:solidFill>
                  <a:srgbClr val="1F1F1F"/>
                </a:solidFill>
                <a:latin typeface="Arial"/>
              </a:rPr>
              <a:t>Matched frames returned as visual evidence</a:t>
            </a:r>
          </a:p>
        </p:txBody>
      </p:sp>
      <p:sp>
        <p:nvSpPr>
          <p:cNvPr id="14" name="Rounded Rectangle 13"/>
          <p:cNvSpPr/>
          <p:nvPr/>
        </p:nvSpPr>
        <p:spPr>
          <a:xfrm>
            <a:off x="7946136" y="2084831"/>
            <a:ext cx="3346704" cy="566928"/>
          </a:xfrm>
          <a:prstGeom prst="roundRect">
            <a:avLst>
              <a:gd name="adj" fmla="val 5000"/>
            </a:avLst>
          </a:prstGeom>
          <a:solidFill>
            <a:srgbClr val="0E5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noAutofit/>
          </a:bodyPr>
          <a:lstStyle/>
          <a:p>
            <a:pPr algn="ctr">
              <a:spcAft>
                <a:spcPts val="0"/>
              </a:spcAft>
              <a:buNone/>
            </a:pPr>
            <a:r>
              <a:rPr sz="1600" b="1" i="0">
                <a:solidFill>
                  <a:srgbClr val="FFFFFF"/>
                </a:solidFill>
                <a:latin typeface="Arial"/>
              </a:rPr>
              <a:t>NAVIGATOR</a:t>
            </a:r>
          </a:p>
          <a:p>
            <a:pPr algn="ctr">
              <a:spcAft>
                <a:spcPts val="0"/>
              </a:spcAft>
              <a:buNone/>
            </a:pPr>
            <a:r>
              <a:rPr sz="1150" b="0" i="0">
                <a:solidFill>
                  <a:srgbClr val="FFFFFF"/>
                </a:solidFill>
                <a:latin typeface="Arial"/>
              </a:rPr>
              <a:t>Role-based access &amp; geo-intelligence</a:t>
            </a:r>
          </a:p>
        </p:txBody>
      </p:sp>
      <p:sp>
        <p:nvSpPr>
          <p:cNvPr id="15" name="Rounded Rectangle 14"/>
          <p:cNvSpPr/>
          <p:nvPr/>
        </p:nvSpPr>
        <p:spPr>
          <a:xfrm>
            <a:off x="7946136" y="2697480"/>
            <a:ext cx="3346704" cy="3063240"/>
          </a:xfrm>
          <a:prstGeom prst="roundRect">
            <a:avLst>
              <a:gd name="adj" fmla="val 3000"/>
            </a:avLst>
          </a:prstGeom>
          <a:solidFill>
            <a:srgbClr val="FBE5D6"/>
          </a:solidFill>
          <a:ln w="12700">
            <a:solidFill>
              <a:srgbClr val="F8CBAD"/>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tIns="91440" rIns="109728" bIns="54864">
            <a:noAutofit/>
          </a:bodyPr>
          <a:lstStyle/>
          <a:p>
            <a:pPr algn="l" marL="201168" indent="-201168">
              <a:spcAft>
                <a:spcPts val="500"/>
              </a:spcAft>
              <a:buFont typeface="Arial"/>
              <a:buChar char="•"/>
            </a:pPr>
            <a:r>
              <a:rPr sz="1300" b="0" i="0">
                <a:solidFill>
                  <a:srgbClr val="1F1F1F"/>
                </a:solidFill>
                <a:latin typeface="Arial"/>
              </a:rPr>
              <a:t>Dashboards for Admin, Volunteer and Attendee (JWT roles)</a:t>
            </a:r>
          </a:p>
          <a:p>
            <a:pPr marL="201168" indent="-201168" algn="l">
              <a:spcAft>
                <a:spcPts val="500"/>
              </a:spcAft>
              <a:buFont typeface="Arial"/>
              <a:buChar char="•"/>
            </a:pPr>
            <a:r>
              <a:rPr sz="1300" b="0" i="0">
                <a:solidFill>
                  <a:srgbClr val="1F1F1F"/>
                </a:solidFill>
                <a:latin typeface="Arial"/>
              </a:rPr>
              <a:t>Face-verified volunteer login with live GPS tracking</a:t>
            </a:r>
          </a:p>
          <a:p>
            <a:pPr marL="201168" indent="-201168" algn="l">
              <a:spcAft>
                <a:spcPts val="500"/>
              </a:spcAft>
              <a:buFont typeface="Arial"/>
              <a:buChar char="•"/>
            </a:pPr>
            <a:r>
              <a:rPr sz="1300" b="0" i="0">
                <a:solidFill>
                  <a:srgbClr val="1F1F1F"/>
                </a:solidFill>
                <a:latin typeface="Arial"/>
              </a:rPr>
              <a:t>Assign, accept, backup and resolve incidents in real time</a:t>
            </a:r>
          </a:p>
          <a:p>
            <a:pPr marL="201168" indent="-201168" algn="l">
              <a:spcAft>
                <a:spcPts val="500"/>
              </a:spcAft>
              <a:buFont typeface="Arial"/>
              <a:buChar char="•"/>
            </a:pPr>
            <a:r>
              <a:rPr sz="1300" b="0" i="0">
                <a:solidFill>
                  <a:srgbClr val="1F1F1F"/>
                </a:solidFill>
                <a:latin typeface="Arial"/>
              </a:rPr>
              <a:t>Evacuation plan with nearest exits and assembly points</a:t>
            </a:r>
          </a:p>
        </p:txBody>
      </p:sp>
      <p:sp>
        <p:nvSpPr>
          <p:cNvPr id="16" name="Rounded Rectangle 15"/>
          <p:cNvSpPr/>
          <p:nvPr/>
        </p:nvSpPr>
        <p:spPr>
          <a:xfrm>
            <a:off x="868680" y="5870448"/>
            <a:ext cx="10424160" cy="621792"/>
          </a:xfrm>
          <a:prstGeom prst="roundRect">
            <a:avLst>
              <a:gd name="adj" fmla="val 5000"/>
            </a:avLst>
          </a:prstGeom>
          <a:solidFill>
            <a:srgbClr val="FFFFFF"/>
          </a:solidFill>
          <a:ln w="12700">
            <a:solidFill>
              <a:srgbClr val="F8CBAD"/>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36576" rIns="182880" bIns="36576">
            <a:noAutofit/>
          </a:bodyPr>
          <a:lstStyle/>
          <a:p>
            <a:pPr algn="l">
              <a:spcAft>
                <a:spcPts val="200"/>
              </a:spcAft>
              <a:buNone/>
            </a:pPr>
            <a:r>
              <a:rPr sz="1250" b="1" i="0">
                <a:solidFill>
                  <a:srgbClr val="C55A11"/>
                </a:solidFill>
                <a:latin typeface="Arial"/>
              </a:rPr>
              <a:t>Platform core: </a:t>
            </a:r>
            <a:r>
              <a:rPr sz="1250" b="0" i="0">
                <a:solidFill>
                  <a:srgbClr val="1F1F1F"/>
                </a:solidFill>
                <a:latin typeface="Arial"/>
              </a:rPr>
              <a:t>Node.js + Express API · MongoDB Atlas · Socket.IO real-time alerts · Gemini chatbot for event summaries.   </a:t>
            </a:r>
            <a:r>
              <a:rPr sz="1250" b="1" i="0">
                <a:solidFill>
                  <a:srgbClr val="6E6E6E"/>
                </a:solidFill>
                <a:latin typeface="Arial"/>
              </a:rPr>
              <a:t>Planned: </a:t>
            </a:r>
            <a:r>
              <a:rPr sz="1250" b="0" i="0">
                <a:solidFill>
                  <a:srgbClr val="6E6E6E"/>
                </a:solidFill>
                <a:latin typeface="Arial"/>
              </a:rPr>
              <a:t>AI detections verified by an admin (Human-in-the-Loop) before dispatch.</a:t>
            </a:r>
          </a:p>
        </p:txBody>
      </p:sp>
    </p:spTree>
    <p:extLst>
      <p:ext uri="{BB962C8B-B14F-4D97-AF65-F5344CB8AC3E}">
        <p14:creationId xmlns:p14="http://schemas.microsoft.com/office/powerpoint/2010/main" val="4237683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609600" y="235309"/>
            <a:ext cx="10972800" cy="1143000"/>
          </a:xfrm>
        </p:spPr>
        <p:txBody>
          <a:bodyPr/>
          <a:lstStyle/>
          <a:p>
            <a:r>
              <a:rPr sz="3600" b="1"/>
              <a:t>Advantages of Proposed System</a:t>
            </a:r>
          </a:p>
        </p:txBody>
      </p:sp>
      <p:sp>
        <p:nvSpPr>
          <p:cNvPr id="9" name="Rounded Rectangle 8"/>
          <p:cNvSpPr/>
          <p:nvPr/>
        </p:nvSpPr>
        <p:spPr>
          <a:xfrm>
            <a:off x="868680" y="1325880"/>
            <a:ext cx="5989320" cy="5120640"/>
          </a:xfrm>
          <a:prstGeom prst="roundRect">
            <a:avLst>
              <a:gd name="adj" fmla="val 5000"/>
            </a:avLst>
          </a:prstGeom>
          <a:solidFill>
            <a:srgbClr val="FBE5D6"/>
          </a:solidFill>
          <a:ln w="12700">
            <a:solidFill>
              <a:srgbClr val="F8CBAD"/>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tIns="109728" rIns="164592" bIns="73152">
            <a:noAutofit/>
          </a:bodyPr>
          <a:lstStyle/>
          <a:p>
            <a:pPr algn="l" marL="201168" indent="-201168">
              <a:spcAft>
                <a:spcPts val="600"/>
              </a:spcAft>
              <a:buFont typeface="Arial"/>
              <a:buChar char="•"/>
            </a:pPr>
            <a:r>
              <a:rPr sz="1450" b="0" i="0">
                <a:solidFill>
                  <a:srgbClr val="1F1F1F"/>
                </a:solidFill>
                <a:latin typeface="Arial"/>
              </a:rPr>
              <a:t>Continuous AI detection of fire and violence reduces dependence on manual CCTV watching.</a:t>
            </a:r>
          </a:p>
          <a:p>
            <a:pPr marL="201168" indent="-201168" algn="l">
              <a:spcAft>
                <a:spcPts val="600"/>
              </a:spcAft>
              <a:buFont typeface="Arial"/>
              <a:buChar char="•"/>
            </a:pPr>
            <a:r>
              <a:rPr sz="1450" b="0" i="0">
                <a:solidFill>
                  <a:srgbClr val="1F1F1F"/>
                </a:solidFill>
                <a:latin typeface="Arial"/>
              </a:rPr>
              <a:t>Instant, role-based alerts over WebSockets replace manual relaying of incidents.</a:t>
            </a:r>
          </a:p>
          <a:p>
            <a:pPr marL="201168" indent="-201168" algn="l">
              <a:spcAft>
                <a:spcPts val="600"/>
              </a:spcAft>
              <a:buFont typeface="Arial"/>
              <a:buChar char="•"/>
            </a:pPr>
            <a:r>
              <a:rPr sz="1450" b="0" i="0">
                <a:solidFill>
                  <a:srgbClr val="1F1F1F"/>
                </a:solidFill>
                <a:latin typeface="Arial"/>
              </a:rPr>
              <a:t>Missing persons and lost items are searched automatically across recorded CCTV footage.</a:t>
            </a:r>
          </a:p>
          <a:p>
            <a:pPr marL="201168" indent="-201168" algn="l">
              <a:spcAft>
                <a:spcPts val="600"/>
              </a:spcAft>
              <a:buFont typeface="Arial"/>
              <a:buChar char="•"/>
            </a:pPr>
            <a:r>
              <a:rPr sz="1450" b="0" i="0">
                <a:solidFill>
                  <a:srgbClr val="1F1F1F"/>
                </a:solidFill>
                <a:latin typeface="Arial"/>
              </a:rPr>
              <a:t>Live volunteer locations help admins choose nearby responders; volunteers can call for backup.</a:t>
            </a:r>
          </a:p>
          <a:p>
            <a:pPr marL="201168" indent="-201168" algn="l">
              <a:spcAft>
                <a:spcPts val="600"/>
              </a:spcAft>
              <a:buFont typeface="Arial"/>
              <a:buChar char="•"/>
            </a:pPr>
            <a:r>
              <a:rPr sz="1450" b="0" i="0">
                <a:solidFill>
                  <a:srgbClr val="1F1F1F"/>
                </a:solidFill>
                <a:latin typeface="Arial"/>
              </a:rPr>
              <a:t>Secure access: bcrypt-hashed passwords, JWT role checks and face-verified volunteer login.</a:t>
            </a:r>
          </a:p>
          <a:p>
            <a:pPr marL="201168" indent="-201168" algn="l">
              <a:spcAft>
                <a:spcPts val="600"/>
              </a:spcAft>
              <a:buFont typeface="Arial"/>
              <a:buChar char="•"/>
            </a:pPr>
            <a:r>
              <a:rPr sz="1450" b="0" i="0">
                <a:solidFill>
                  <a:srgbClr val="1F1F1F"/>
                </a:solidFill>
                <a:latin typeface="Arial"/>
              </a:rPr>
              <a:t>Attendees report issues with GPS and see the nearest exits during evacuation.</a:t>
            </a:r>
          </a:p>
          <a:p>
            <a:pPr marL="201168" indent="-201168" algn="l">
              <a:spcAft>
                <a:spcPts val="600"/>
              </a:spcAft>
              <a:buFont typeface="Arial"/>
              <a:buChar char="•"/>
            </a:pPr>
            <a:r>
              <a:rPr sz="1450" b="0" i="0">
                <a:solidFill>
                  <a:srgbClr val="1F1F1F"/>
                </a:solidFill>
                <a:latin typeface="Arial"/>
              </a:rPr>
              <a:t>An AI chatbot summarizes detection logs for quick situational awareness.</a:t>
            </a:r>
          </a:p>
          <a:p>
            <a:pPr marL="201168" indent="-201168" algn="l">
              <a:spcAft>
                <a:spcPts val="600"/>
              </a:spcAft>
              <a:buFont typeface="Arial"/>
              <a:buChar char="•"/>
            </a:pPr>
            <a:r>
              <a:rPr sz="1450" b="0" i="0">
                <a:solidFill>
                  <a:srgbClr val="1F1F1F"/>
                </a:solidFill>
                <a:latin typeface="Arial"/>
              </a:rPr>
              <a:t>One integrated platform instead of separate surveillance, reporting and coordination tools.</a:t>
            </a:r>
          </a:p>
          <a:p>
            <a:pPr marL="201168" indent="-201168" algn="l">
              <a:spcAft>
                <a:spcPts val="600"/>
              </a:spcAft>
              <a:buFont typeface="Arial"/>
              <a:buChar char="•"/>
            </a:pPr>
            <a:r>
              <a:rPr sz="1450" b="0" i="0">
                <a:solidFill>
                  <a:srgbClr val="1F1F1F"/>
                </a:solidFill>
                <a:latin typeface="Arial"/>
              </a:rPr>
              <a:t>Modular AI services: new detectors (crowd surge, weapons) plug in without changing dashboards.</a:t>
            </a:r>
          </a:p>
        </p:txBody>
      </p:sp>
      <p:sp>
        <p:nvSpPr>
          <p:cNvPr id="10" name="TextBox 9"/>
          <p:cNvSpPr txBox="1"/>
          <p:nvPr/>
        </p:nvSpPr>
        <p:spPr>
          <a:xfrm>
            <a:off x="7086600" y="1261872"/>
            <a:ext cx="4206240" cy="457200"/>
          </a:xfrm>
          <a:prstGeom prst="rect">
            <a:avLst/>
          </a:prstGeom>
          <a:noFill/>
        </p:spPr>
        <p:txBody>
          <a:bodyPr wrap="square" anchor="t" tIns="54864" bIns="54864">
            <a:noAutofit/>
          </a:bodyPr>
          <a:lstStyle/>
          <a:p>
            <a:pPr algn="l">
              <a:spcAft>
                <a:spcPts val="200"/>
              </a:spcAft>
              <a:buNone/>
            </a:pPr>
            <a:r>
              <a:rPr sz="1700" b="1" i="0">
                <a:solidFill>
                  <a:srgbClr val="0E5E63"/>
                </a:solidFill>
                <a:latin typeface="Arial"/>
              </a:rPr>
              <a:t>Existing vs Proposed</a:t>
            </a:r>
          </a:p>
        </p:txBody>
      </p:sp>
      <p:graphicFrame>
        <p:nvGraphicFramePr>
          <p:cNvPr id="11" name="Table 10"/>
          <p:cNvGraphicFramePr>
            <a:graphicFrameLocks noGrp="1"/>
          </p:cNvGraphicFramePr>
          <p:nvPr/>
        </p:nvGraphicFramePr>
        <p:xfrm>
          <a:off x="7086600" y="1737360"/>
          <a:ext cx="4206240" cy="4315968"/>
        </p:xfrm>
        <a:graphic>
          <a:graphicData uri="http://schemas.openxmlformats.org/drawingml/2006/table">
            <a:tbl>
              <a:tblPr firstRow="1" bandRow="0">
                <a:tableStyleId>{5C22544A-7EE6-4342-B048-85BDC9FD1C3A}</a:tableStyleId>
              </a:tblPr>
              <a:tblGrid>
                <a:gridCol w="1143000"/>
                <a:gridCol w="1417320"/>
                <a:gridCol w="1645920"/>
              </a:tblGrid>
              <a:tr h="365760">
                <a:tc>
                  <a:txBody>
                    <a:bodyPr wrap="square"/>
                    <a:lstStyle/>
                    <a:p>
                      <a:r>
                        <a:rPr sz="1250" b="1">
                          <a:solidFill>
                            <a:srgbClr val="FFFFFF"/>
                          </a:solidFill>
                          <a:latin typeface="Arial"/>
                        </a:rPr>
                        <a:t>Aspect</a:t>
                      </a:r>
                    </a:p>
                  </a:txBody>
                  <a:tcPr marL="64008" marR="64008" marT="27432" marB="27432" anchor="ctr">
                    <a:solidFill>
                      <a:srgbClr val="0E5E63"/>
                    </a:solidFill>
                  </a:tcPr>
                </a:tc>
                <a:tc>
                  <a:txBody>
                    <a:bodyPr wrap="square"/>
                    <a:lstStyle/>
                    <a:p>
                      <a:r>
                        <a:rPr sz="1250" b="1">
                          <a:solidFill>
                            <a:srgbClr val="FFFFFF"/>
                          </a:solidFill>
                          <a:latin typeface="Arial"/>
                        </a:rPr>
                        <a:t>Existing</a:t>
                      </a:r>
                    </a:p>
                  </a:txBody>
                  <a:tcPr marL="64008" marR="64008" marT="27432" marB="27432" anchor="ctr">
                    <a:solidFill>
                      <a:srgbClr val="0E5E63"/>
                    </a:solidFill>
                  </a:tcPr>
                </a:tc>
                <a:tc>
                  <a:txBody>
                    <a:bodyPr wrap="square"/>
                    <a:lstStyle/>
                    <a:p>
                      <a:r>
                        <a:rPr sz="1250" b="1">
                          <a:solidFill>
                            <a:srgbClr val="FFFFFF"/>
                          </a:solidFill>
                          <a:latin typeface="Arial"/>
                        </a:rPr>
                        <a:t>Proposed</a:t>
                      </a:r>
                    </a:p>
                  </a:txBody>
                  <a:tcPr marL="64008" marR="64008" marT="27432" marB="27432" anchor="ctr">
                    <a:solidFill>
                      <a:srgbClr val="0E5E63"/>
                    </a:solidFill>
                  </a:tcPr>
                </a:tc>
              </a:tr>
              <a:tr h="658368">
                <a:tc>
                  <a:txBody>
                    <a:bodyPr wrap="square"/>
                    <a:lstStyle/>
                    <a:p>
                      <a:r>
                        <a:rPr sz="1150" b="1">
                          <a:solidFill>
                            <a:srgbClr val="1F1F1F"/>
                          </a:solidFill>
                          <a:latin typeface="Arial"/>
                        </a:rPr>
                        <a:t>Surveillance</a:t>
                      </a:r>
                    </a:p>
                  </a:txBody>
                  <a:tcPr marL="64008" marR="64008" marT="27432" marB="27432" anchor="ctr">
                    <a:solidFill>
                      <a:srgbClr val="FBE5D6"/>
                    </a:solidFill>
                  </a:tcPr>
                </a:tc>
                <a:tc>
                  <a:txBody>
                    <a:bodyPr wrap="square"/>
                    <a:lstStyle/>
                    <a:p>
                      <a:r>
                        <a:rPr sz="1150" b="0">
                          <a:solidFill>
                            <a:srgbClr val="1F1F1F"/>
                          </a:solidFill>
                          <a:latin typeface="Arial"/>
                        </a:rPr>
                        <a:t>Manual CCTV monitoring</a:t>
                      </a:r>
                    </a:p>
                  </a:txBody>
                  <a:tcPr marL="64008" marR="64008" marT="27432" marB="27432" anchor="ctr">
                    <a:solidFill>
                      <a:srgbClr val="FBE5D6"/>
                    </a:solidFill>
                  </a:tcPr>
                </a:tc>
                <a:tc>
                  <a:txBody>
                    <a:bodyPr wrap="square"/>
                    <a:lstStyle/>
                    <a:p>
                      <a:r>
                        <a:rPr sz="1150" b="0">
                          <a:solidFill>
                            <a:srgbClr val="1F1F1F"/>
                          </a:solidFill>
                          <a:latin typeface="Arial"/>
                        </a:rPr>
                        <a:t>AI fire &amp; violence detection</a:t>
                      </a:r>
                    </a:p>
                  </a:txBody>
                  <a:tcPr marL="64008" marR="64008" marT="27432" marB="27432" anchor="ctr">
                    <a:solidFill>
                      <a:srgbClr val="FBE5D6"/>
                    </a:solidFill>
                  </a:tcPr>
                </a:tc>
              </a:tr>
              <a:tr h="658368">
                <a:tc>
                  <a:txBody>
                    <a:bodyPr wrap="square"/>
                    <a:lstStyle/>
                    <a:p>
                      <a:r>
                        <a:rPr sz="1150" b="1">
                          <a:solidFill>
                            <a:srgbClr val="1F1F1F"/>
                          </a:solidFill>
                          <a:latin typeface="Arial"/>
                        </a:rPr>
                        <a:t>Incident detection</a:t>
                      </a:r>
                    </a:p>
                  </a:txBody>
                  <a:tcPr marL="64008" marR="64008" marT="27432" marB="27432" anchor="ctr">
                    <a:solidFill>
                      <a:srgbClr val="FFFFFF"/>
                    </a:solidFill>
                  </a:tcPr>
                </a:tc>
                <a:tc>
                  <a:txBody>
                    <a:bodyPr wrap="square"/>
                    <a:lstStyle/>
                    <a:p>
                      <a:r>
                        <a:rPr sz="1150" b="0">
                          <a:solidFill>
                            <a:srgbClr val="1F1F1F"/>
                          </a:solidFill>
                          <a:latin typeface="Arial"/>
                        </a:rPr>
                        <a:t>Human observation</a:t>
                      </a:r>
                    </a:p>
                  </a:txBody>
                  <a:tcPr marL="64008" marR="64008" marT="27432" marB="27432" anchor="ctr">
                    <a:solidFill>
                      <a:srgbClr val="FFFFFF"/>
                    </a:solidFill>
                  </a:tcPr>
                </a:tc>
                <a:tc>
                  <a:txBody>
                    <a:bodyPr wrap="square"/>
                    <a:lstStyle/>
                    <a:p>
                      <a:r>
                        <a:rPr sz="1150" b="0">
                          <a:solidFill>
                            <a:srgbClr val="1F1F1F"/>
                          </a:solidFill>
                          <a:latin typeface="Arial"/>
                        </a:rPr>
                        <a:t>Automatic alerts + attendee reports</a:t>
                      </a:r>
                    </a:p>
                  </a:txBody>
                  <a:tcPr marL="64008" marR="64008" marT="27432" marB="27432" anchor="ctr">
                    <a:solidFill>
                      <a:srgbClr val="FFFFFF"/>
                    </a:solidFill>
                  </a:tcPr>
                </a:tc>
              </a:tr>
              <a:tr h="658368">
                <a:tc>
                  <a:txBody>
                    <a:bodyPr wrap="square"/>
                    <a:lstStyle/>
                    <a:p>
                      <a:r>
                        <a:rPr sz="1150" b="1">
                          <a:solidFill>
                            <a:srgbClr val="1F1F1F"/>
                          </a:solidFill>
                          <a:latin typeface="Arial"/>
                        </a:rPr>
                        <a:t>Communication</a:t>
                      </a:r>
                    </a:p>
                  </a:txBody>
                  <a:tcPr marL="64008" marR="64008" marT="27432" marB="27432" anchor="ctr">
                    <a:solidFill>
                      <a:srgbClr val="FBE5D6"/>
                    </a:solidFill>
                  </a:tcPr>
                </a:tc>
                <a:tc>
                  <a:txBody>
                    <a:bodyPr wrap="square"/>
                    <a:lstStyle/>
                    <a:p>
                      <a:r>
                        <a:rPr sz="1150" b="0">
                          <a:solidFill>
                            <a:srgbClr val="1F1F1F"/>
                          </a:solidFill>
                          <a:latin typeface="Arial"/>
                        </a:rPr>
                        <a:t>Manual reporting</a:t>
                      </a:r>
                    </a:p>
                  </a:txBody>
                  <a:tcPr marL="64008" marR="64008" marT="27432" marB="27432" anchor="ctr">
                    <a:solidFill>
                      <a:srgbClr val="FBE5D6"/>
                    </a:solidFill>
                  </a:tcPr>
                </a:tc>
                <a:tc>
                  <a:txBody>
                    <a:bodyPr wrap="square"/>
                    <a:lstStyle/>
                    <a:p>
                      <a:r>
                        <a:rPr sz="1150" b="0">
                          <a:solidFill>
                            <a:srgbClr val="1F1F1F"/>
                          </a:solidFill>
                          <a:latin typeface="Arial"/>
                        </a:rPr>
                        <a:t>Real-time Socket.IO alerts</a:t>
                      </a:r>
                    </a:p>
                  </a:txBody>
                  <a:tcPr marL="64008" marR="64008" marT="27432" marB="27432" anchor="ctr">
                    <a:solidFill>
                      <a:srgbClr val="FBE5D6"/>
                    </a:solidFill>
                  </a:tcPr>
                </a:tc>
              </a:tr>
              <a:tr h="658368">
                <a:tc>
                  <a:txBody>
                    <a:bodyPr wrap="square"/>
                    <a:lstStyle/>
                    <a:p>
                      <a:r>
                        <a:rPr sz="1150" b="1">
                          <a:solidFill>
                            <a:srgbClr val="1F1F1F"/>
                          </a:solidFill>
                          <a:latin typeface="Arial"/>
                        </a:rPr>
                        <a:t>Coordination</a:t>
                      </a:r>
                    </a:p>
                  </a:txBody>
                  <a:tcPr marL="64008" marR="64008" marT="27432" marB="27432" anchor="ctr">
                    <a:solidFill>
                      <a:srgbClr val="FFFFFF"/>
                    </a:solidFill>
                  </a:tcPr>
                </a:tc>
                <a:tc>
                  <a:txBody>
                    <a:bodyPr wrap="square"/>
                    <a:lstStyle/>
                    <a:p>
                      <a:r>
                        <a:rPr sz="1150" b="0">
                          <a:solidFill>
                            <a:srgbClr val="1F1F1F"/>
                          </a:solidFill>
                          <a:latin typeface="Arial"/>
                        </a:rPr>
                        <a:t>Separate systems</a:t>
                      </a:r>
                    </a:p>
                  </a:txBody>
                  <a:tcPr marL="64008" marR="64008" marT="27432" marB="27432" anchor="ctr">
                    <a:solidFill>
                      <a:srgbClr val="FFFFFF"/>
                    </a:solidFill>
                  </a:tcPr>
                </a:tc>
                <a:tc>
                  <a:txBody>
                    <a:bodyPr wrap="square"/>
                    <a:lstStyle/>
                    <a:p>
                      <a:r>
                        <a:rPr sz="1150" b="0">
                          <a:solidFill>
                            <a:srgbClr val="1F1F1F"/>
                          </a:solidFill>
                          <a:latin typeface="Arial"/>
                        </a:rPr>
                        <a:t>Map-based volunteer assignment</a:t>
                      </a:r>
                    </a:p>
                  </a:txBody>
                  <a:tcPr marL="64008" marR="64008" marT="27432" marB="27432" anchor="ctr">
                    <a:solidFill>
                      <a:srgbClr val="FFFFFF"/>
                    </a:solidFill>
                  </a:tcPr>
                </a:tc>
              </a:tr>
              <a:tr h="658368">
                <a:tc>
                  <a:txBody>
                    <a:bodyPr wrap="square"/>
                    <a:lstStyle/>
                    <a:p>
                      <a:r>
                        <a:rPr sz="1150" b="1">
                          <a:solidFill>
                            <a:srgbClr val="1F1F1F"/>
                          </a:solidFill>
                          <a:latin typeface="Arial"/>
                        </a:rPr>
                        <a:t>Lost &amp; Found</a:t>
                      </a:r>
                    </a:p>
                  </a:txBody>
                  <a:tcPr marL="64008" marR="64008" marT="27432" marB="27432" anchor="ctr">
                    <a:solidFill>
                      <a:srgbClr val="FBE5D6"/>
                    </a:solidFill>
                  </a:tcPr>
                </a:tc>
                <a:tc>
                  <a:txBody>
                    <a:bodyPr wrap="square"/>
                    <a:lstStyle/>
                    <a:p>
                      <a:r>
                        <a:rPr sz="1150" b="0">
                          <a:solidFill>
                            <a:srgbClr val="1F1F1F"/>
                          </a:solidFill>
                          <a:latin typeface="Arial"/>
                        </a:rPr>
                        <a:t>Manual search</a:t>
                      </a:r>
                    </a:p>
                  </a:txBody>
                  <a:tcPr marL="64008" marR="64008" marT="27432" marB="27432" anchor="ctr">
                    <a:solidFill>
                      <a:srgbClr val="FBE5D6"/>
                    </a:solidFill>
                  </a:tcPr>
                </a:tc>
                <a:tc>
                  <a:txBody>
                    <a:bodyPr wrap="square"/>
                    <a:lstStyle/>
                    <a:p>
                      <a:r>
                        <a:rPr sz="1150" b="0">
                          <a:solidFill>
                            <a:srgbClr val="1F1F1F"/>
                          </a:solidFill>
                          <a:latin typeface="Arial"/>
                        </a:rPr>
                        <a:t>Face &amp; object search in CCTV</a:t>
                      </a:r>
                    </a:p>
                  </a:txBody>
                  <a:tcPr marL="64008" marR="64008" marT="27432" marB="27432" anchor="ctr">
                    <a:solidFill>
                      <a:srgbClr val="FBE5D6"/>
                    </a:solidFill>
                  </a:tcPr>
                </a:tc>
              </a:tr>
              <a:tr h="658368">
                <a:tc>
                  <a:txBody>
                    <a:bodyPr wrap="square"/>
                    <a:lstStyle/>
                    <a:p>
                      <a:r>
                        <a:rPr sz="1150" b="1">
                          <a:solidFill>
                            <a:srgbClr val="1F1F1F"/>
                          </a:solidFill>
                          <a:latin typeface="Arial"/>
                        </a:rPr>
                        <a:t>Access control</a:t>
                      </a:r>
                    </a:p>
                  </a:txBody>
                  <a:tcPr marL="64008" marR="64008" marT="27432" marB="27432" anchor="ctr">
                    <a:solidFill>
                      <a:srgbClr val="FFFFFF"/>
                    </a:solidFill>
                  </a:tcPr>
                </a:tc>
                <a:tc>
                  <a:txBody>
                    <a:bodyPr wrap="square"/>
                    <a:lstStyle/>
                    <a:p>
                      <a:r>
                        <a:rPr sz="1150" b="0">
                          <a:solidFill>
                            <a:srgbClr val="1F1F1F"/>
                          </a:solidFill>
                          <a:latin typeface="Arial"/>
                        </a:rPr>
                        <a:t>No role separation</a:t>
                      </a:r>
                    </a:p>
                  </a:txBody>
                  <a:tcPr marL="64008" marR="64008" marT="27432" marB="27432" anchor="ctr">
                    <a:solidFill>
                      <a:srgbClr val="FFFFFF"/>
                    </a:solidFill>
                  </a:tcPr>
                </a:tc>
                <a:tc>
                  <a:txBody>
                    <a:bodyPr wrap="square"/>
                    <a:lstStyle/>
                    <a:p>
                      <a:r>
                        <a:rPr sz="1150" b="0">
                          <a:solidFill>
                            <a:srgbClr val="1F1F1F"/>
                          </a:solidFill>
                          <a:latin typeface="Arial"/>
                        </a:rPr>
                        <a:t>JWT roles + face login</a:t>
                      </a:r>
                    </a:p>
                  </a:txBody>
                  <a:tcPr marL="64008" marR="64008" marT="27432" marB="27432" anchor="ctr">
                    <a:solidFill>
                      <a:srgbClr val="FFFFFF"/>
                    </a:solidFill>
                  </a:tcPr>
                </a:tc>
              </a:tr>
            </a:tbl>
          </a:graphicData>
        </a:graphic>
      </p:graphicFrame>
    </p:spTree>
    <p:extLst>
      <p:ext uri="{BB962C8B-B14F-4D97-AF65-F5344CB8AC3E}">
        <p14:creationId xmlns:p14="http://schemas.microsoft.com/office/powerpoint/2010/main" val="41431540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609600" y="235309"/>
            <a:ext cx="10972800" cy="1143000"/>
          </a:xfrm>
        </p:spPr>
        <p:txBody>
          <a:bodyPr/>
          <a:lstStyle/>
          <a:p>
            <a:r>
              <a:rPr sz="3600" b="1"/>
              <a:t>Architecture Diagram</a:t>
            </a:r>
          </a:p>
        </p:txBody>
      </p:sp>
      <p:pic>
        <p:nvPicPr>
          <p:cNvPr id="9" name="Picture 8" descr="architecture.png"/>
          <p:cNvPicPr>
            <a:picLocks noChangeAspect="1"/>
          </p:cNvPicPr>
          <p:nvPr/>
        </p:nvPicPr>
        <p:blipFill>
          <a:blip r:embed="rId2"/>
          <a:stretch>
            <a:fillRect/>
          </a:stretch>
        </p:blipFill>
        <p:spPr>
          <a:xfrm>
            <a:off x="914400" y="1600200"/>
            <a:ext cx="10332720" cy="4314305"/>
          </a:xfrm>
          <a:prstGeom prst="rect">
            <a:avLst/>
          </a:prstGeom>
        </p:spPr>
      </p:pic>
      <p:sp>
        <p:nvSpPr>
          <p:cNvPr id="10" name="TextBox 9"/>
          <p:cNvSpPr txBox="1"/>
          <p:nvPr/>
        </p:nvSpPr>
        <p:spPr>
          <a:xfrm>
            <a:off x="914400" y="5943600"/>
            <a:ext cx="10332720" cy="658368"/>
          </a:xfrm>
          <a:prstGeom prst="rect">
            <a:avLst/>
          </a:prstGeom>
          <a:noFill/>
        </p:spPr>
        <p:txBody>
          <a:bodyPr wrap="square" anchor="t" tIns="54864" bIns="54864">
            <a:noAutofit/>
          </a:bodyPr>
          <a:lstStyle/>
          <a:p>
            <a:pPr algn="ctr">
              <a:spcAft>
                <a:spcPts val="200"/>
              </a:spcAft>
              <a:buNone/>
            </a:pPr>
            <a:r>
              <a:rPr sz="1250" b="0" i="0">
                <a:solidFill>
                  <a:srgbClr val="6E6E6E"/>
                </a:solidFill>
                <a:latin typeface="Arial"/>
              </a:rPr>
              <a:t>Three layers: the React client talks to the Express API over REST + WebSocket; the API delegates CCTV searches to the FastAPI service, while the Flask service analyses the live camera stream.</a:t>
            </a:r>
          </a:p>
        </p:txBody>
      </p:sp>
    </p:spTree>
    <p:extLst>
      <p:ext uri="{BB962C8B-B14F-4D97-AF65-F5344CB8AC3E}">
        <p14:creationId xmlns:p14="http://schemas.microsoft.com/office/powerpoint/2010/main" val="2537916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609600" y="235309"/>
            <a:ext cx="10972800" cy="1143000"/>
          </a:xfrm>
        </p:spPr>
        <p:txBody>
          <a:bodyPr/>
          <a:lstStyle/>
          <a:p>
            <a:r>
              <a:rPr sz="3600" b="1"/>
              <a:t>Software Requirements Specification</a:t>
            </a:r>
          </a:p>
        </p:txBody>
      </p:sp>
      <p:sp>
        <p:nvSpPr>
          <p:cNvPr id="9" name="Rounded Rectangle 8"/>
          <p:cNvSpPr/>
          <p:nvPr/>
        </p:nvSpPr>
        <p:spPr>
          <a:xfrm>
            <a:off x="868680" y="1261872"/>
            <a:ext cx="10424160" cy="566928"/>
          </a:xfrm>
          <a:prstGeom prst="roundRect">
            <a:avLst>
              <a:gd name="adj" fmla="val 5000"/>
            </a:avLst>
          </a:prstGeom>
          <a:solidFill>
            <a:srgbClr val="DDEF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27432" rIns="182880" bIns="27432">
            <a:noAutofit/>
          </a:bodyPr>
          <a:lstStyle/>
          <a:p>
            <a:pPr algn="l">
              <a:spcAft>
                <a:spcPts val="200"/>
              </a:spcAft>
              <a:buNone/>
            </a:pPr>
            <a:r>
              <a:rPr sz="1400" b="1" i="0">
                <a:solidFill>
                  <a:srgbClr val="0E5E63"/>
                </a:solidFill>
                <a:latin typeface="Arial"/>
              </a:rPr>
              <a:t>Purpose: </a:t>
            </a:r>
            <a:r>
              <a:rPr sz="1400" b="0" i="0">
                <a:solidFill>
                  <a:srgbClr val="1F1F1F"/>
                </a:solidFill>
                <a:latin typeface="Arial"/>
              </a:rPr>
              <a:t>define what the AI-Driven Event Monitoring System must do for its three user roles – </a:t>
            </a:r>
            <a:r>
              <a:rPr sz="1400" b="1" i="0">
                <a:solidFill>
                  <a:srgbClr val="1F1F1F"/>
                </a:solidFill>
                <a:latin typeface="Arial"/>
              </a:rPr>
              <a:t>Admin, Volunteer and Attendee</a:t>
            </a:r>
            <a:r>
              <a:rPr sz="1400" b="0" i="0">
                <a:solidFill>
                  <a:srgbClr val="1F1F1F"/>
                </a:solidFill>
                <a:latin typeface="Arial"/>
              </a:rPr>
              <a:t>. Requirements marked "planned" are scheduled for the next phase.</a:t>
            </a:r>
          </a:p>
        </p:txBody>
      </p:sp>
      <p:sp>
        <p:nvSpPr>
          <p:cNvPr id="10" name="TextBox 9"/>
          <p:cNvSpPr txBox="1"/>
          <p:nvPr/>
        </p:nvSpPr>
        <p:spPr>
          <a:xfrm>
            <a:off x="868680" y="1828800"/>
            <a:ext cx="5486400" cy="420624"/>
          </a:xfrm>
          <a:prstGeom prst="rect">
            <a:avLst/>
          </a:prstGeom>
          <a:noFill/>
        </p:spPr>
        <p:txBody>
          <a:bodyPr wrap="square" anchor="t" tIns="54864" bIns="54864">
            <a:noAutofit/>
          </a:bodyPr>
          <a:lstStyle/>
          <a:p>
            <a:pPr algn="l">
              <a:spcAft>
                <a:spcPts val="200"/>
              </a:spcAft>
              <a:buNone/>
            </a:pPr>
            <a:r>
              <a:rPr sz="1700" b="1" i="0">
                <a:solidFill>
                  <a:srgbClr val="0E5E63"/>
                </a:solidFill>
                <a:latin typeface="Arial"/>
              </a:rPr>
              <a:t>Functional Requirements</a:t>
            </a:r>
          </a:p>
        </p:txBody>
      </p:sp>
      <p:sp>
        <p:nvSpPr>
          <p:cNvPr id="11" name="Rounded Rectangle 10"/>
          <p:cNvSpPr/>
          <p:nvPr/>
        </p:nvSpPr>
        <p:spPr>
          <a:xfrm>
            <a:off x="868680" y="2240280"/>
            <a:ext cx="5138928" cy="969264"/>
          </a:xfrm>
          <a:prstGeom prst="roundRect">
            <a:avLst>
              <a:gd name="adj" fmla="val 5000"/>
            </a:avLst>
          </a:prstGeom>
          <a:solidFill>
            <a:srgbClr val="FBE5D6"/>
          </a:solidFill>
          <a:ln w="12700">
            <a:solidFill>
              <a:srgbClr val="F8CBAD"/>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tIns="54864" rIns="109728" bIns="36576">
            <a:noAutofit/>
          </a:bodyPr>
          <a:lstStyle/>
          <a:p>
            <a:pPr algn="l">
              <a:spcAft>
                <a:spcPts val="200"/>
              </a:spcAft>
              <a:buNone/>
            </a:pPr>
            <a:r>
              <a:rPr sz="1400" b="1" i="0">
                <a:solidFill>
                  <a:srgbClr val="C55A11"/>
                </a:solidFill>
                <a:latin typeface="Arial"/>
              </a:rPr>
              <a:t>FR1  User &amp; Access Management</a:t>
            </a:r>
          </a:p>
          <a:p>
            <a:pPr algn="l">
              <a:spcAft>
                <a:spcPts val="0"/>
              </a:spcAft>
              <a:buNone/>
            </a:pPr>
            <a:r>
              <a:rPr sz="1150" b="0" i="0">
                <a:solidFill>
                  <a:srgbClr val="1F1F1F"/>
                </a:solidFill>
                <a:latin typeface="Arial"/>
              </a:rPr>
              <a:t>Attendees and volunteers sign up; volunteers register a face photo. Admin approves or deletes users; login issues a role-based JWT and volunteers must also pass a face match.</a:t>
            </a:r>
          </a:p>
        </p:txBody>
      </p:sp>
      <p:sp>
        <p:nvSpPr>
          <p:cNvPr id="12" name="Rounded Rectangle 11"/>
          <p:cNvSpPr/>
          <p:nvPr/>
        </p:nvSpPr>
        <p:spPr>
          <a:xfrm>
            <a:off x="6153912" y="2240280"/>
            <a:ext cx="5138928" cy="969264"/>
          </a:xfrm>
          <a:prstGeom prst="roundRect">
            <a:avLst>
              <a:gd name="adj" fmla="val 5000"/>
            </a:avLst>
          </a:prstGeom>
          <a:solidFill>
            <a:srgbClr val="FBE5D6"/>
          </a:solidFill>
          <a:ln w="12700">
            <a:solidFill>
              <a:srgbClr val="F8CBAD"/>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tIns="54864" rIns="109728" bIns="36576">
            <a:noAutofit/>
          </a:bodyPr>
          <a:lstStyle/>
          <a:p>
            <a:pPr algn="l">
              <a:spcAft>
                <a:spcPts val="200"/>
              </a:spcAft>
              <a:buNone/>
            </a:pPr>
            <a:r>
              <a:rPr sz="1400" b="1" i="0">
                <a:solidFill>
                  <a:srgbClr val="C55A11"/>
                </a:solidFill>
                <a:latin typeface="Arial"/>
              </a:rPr>
              <a:t>FR2  Live Surveillance</a:t>
            </a:r>
          </a:p>
          <a:p>
            <a:pPr algn="l">
              <a:spcAft>
                <a:spcPts val="0"/>
              </a:spcAft>
              <a:buNone/>
            </a:pPr>
            <a:r>
              <a:rPr sz="1150" b="0" i="0">
                <a:solidFill>
                  <a:srgbClr val="1F1F1F"/>
                </a:solidFill>
                <a:latin typeface="Arial"/>
              </a:rPr>
              <a:t>Read the IP camera stream, detect fire (YOLOv8) and violence (CLIP), draw detections, stream the video to the dashboard and raise on-screen alerts with sound.</a:t>
            </a:r>
          </a:p>
        </p:txBody>
      </p:sp>
      <p:sp>
        <p:nvSpPr>
          <p:cNvPr id="13" name="Rounded Rectangle 12"/>
          <p:cNvSpPr/>
          <p:nvPr/>
        </p:nvSpPr>
        <p:spPr>
          <a:xfrm>
            <a:off x="868680" y="3300984"/>
            <a:ext cx="5138928" cy="969264"/>
          </a:xfrm>
          <a:prstGeom prst="roundRect">
            <a:avLst>
              <a:gd name="adj" fmla="val 5000"/>
            </a:avLst>
          </a:prstGeom>
          <a:solidFill>
            <a:srgbClr val="FBE5D6"/>
          </a:solidFill>
          <a:ln w="12700">
            <a:solidFill>
              <a:srgbClr val="F8CBAD"/>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tIns="54864" rIns="109728" bIns="36576">
            <a:noAutofit/>
          </a:bodyPr>
          <a:lstStyle/>
          <a:p>
            <a:pPr algn="l">
              <a:spcAft>
                <a:spcPts val="200"/>
              </a:spcAft>
              <a:buNone/>
            </a:pPr>
            <a:r>
              <a:rPr sz="1400" b="1" i="0">
                <a:solidFill>
                  <a:srgbClr val="C55A11"/>
                </a:solidFill>
                <a:latin typeface="Arial"/>
              </a:rPr>
              <a:t>FR3  Incident Reporting &amp; Alerts</a:t>
            </a:r>
          </a:p>
          <a:p>
            <a:pPr algn="l">
              <a:spcAft>
                <a:spcPts val="0"/>
              </a:spcAft>
              <a:buNone/>
            </a:pPr>
            <a:r>
              <a:rPr sz="1150" b="0" i="0">
                <a:solidFill>
                  <a:srgbClr val="1F1F1F"/>
                </a:solidFill>
                <a:latin typeface="Arial"/>
              </a:rPr>
              <a:t>Attendees report issues with GPS location; admins create alerts with severity, map location and audience; every change is pushed instantly through Socket.IO.</a:t>
            </a:r>
          </a:p>
        </p:txBody>
      </p:sp>
      <p:sp>
        <p:nvSpPr>
          <p:cNvPr id="14" name="Rounded Rectangle 13"/>
          <p:cNvSpPr/>
          <p:nvPr/>
        </p:nvSpPr>
        <p:spPr>
          <a:xfrm>
            <a:off x="6153912" y="3300984"/>
            <a:ext cx="5138928" cy="969264"/>
          </a:xfrm>
          <a:prstGeom prst="roundRect">
            <a:avLst>
              <a:gd name="adj" fmla="val 5000"/>
            </a:avLst>
          </a:prstGeom>
          <a:solidFill>
            <a:srgbClr val="FBE5D6"/>
          </a:solidFill>
          <a:ln w="12700">
            <a:solidFill>
              <a:srgbClr val="F8CBAD"/>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tIns="54864" rIns="109728" bIns="36576">
            <a:noAutofit/>
          </a:bodyPr>
          <a:lstStyle/>
          <a:p>
            <a:pPr algn="l">
              <a:spcAft>
                <a:spcPts val="200"/>
              </a:spcAft>
              <a:buNone/>
            </a:pPr>
            <a:r>
              <a:rPr sz="1400" b="1" i="0">
                <a:solidFill>
                  <a:srgbClr val="C55A11"/>
                </a:solidFill>
                <a:latin typeface="Arial"/>
              </a:rPr>
              <a:t>FR4  Volunteer Coordination</a:t>
            </a:r>
          </a:p>
          <a:p>
            <a:pPr algn="l">
              <a:spcAft>
                <a:spcPts val="0"/>
              </a:spcAft>
              <a:buNone/>
            </a:pPr>
            <a:r>
              <a:rPr sz="1150" b="0" i="0">
                <a:solidFill>
                  <a:srgbClr val="1F1F1F"/>
                </a:solidFill>
                <a:latin typeface="Arial"/>
              </a:rPr>
              <a:t>Admin assigns volunteers; volunteers accept, request or take over backup and resolve issues; volunteer status and live location are tracked.</a:t>
            </a:r>
          </a:p>
        </p:txBody>
      </p:sp>
      <p:sp>
        <p:nvSpPr>
          <p:cNvPr id="15" name="Rounded Rectangle 14"/>
          <p:cNvSpPr/>
          <p:nvPr/>
        </p:nvSpPr>
        <p:spPr>
          <a:xfrm>
            <a:off x="868680" y="4361688"/>
            <a:ext cx="5138928" cy="969264"/>
          </a:xfrm>
          <a:prstGeom prst="roundRect">
            <a:avLst>
              <a:gd name="adj" fmla="val 5000"/>
            </a:avLst>
          </a:prstGeom>
          <a:solidFill>
            <a:srgbClr val="FBE5D6"/>
          </a:solidFill>
          <a:ln w="12700">
            <a:solidFill>
              <a:srgbClr val="F8CBAD"/>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tIns="54864" rIns="109728" bIns="36576">
            <a:noAutofit/>
          </a:bodyPr>
          <a:lstStyle/>
          <a:p>
            <a:pPr algn="l">
              <a:spcAft>
                <a:spcPts val="200"/>
              </a:spcAft>
              <a:buNone/>
            </a:pPr>
            <a:r>
              <a:rPr sz="1400" b="1" i="0">
                <a:solidFill>
                  <a:srgbClr val="C55A11"/>
                </a:solidFill>
                <a:latin typeface="Arial"/>
              </a:rPr>
              <a:t>FR5  Lost &amp; Found</a:t>
            </a:r>
          </a:p>
          <a:p>
            <a:pPr algn="l">
              <a:spcAft>
                <a:spcPts val="0"/>
              </a:spcAft>
              <a:buNone/>
            </a:pPr>
            <a:r>
              <a:rPr sz="1150" b="0" i="0">
                <a:solidFill>
                  <a:srgbClr val="1F1F1F"/>
                </a:solidFill>
                <a:latin typeface="Arial"/>
              </a:rPr>
              <a:t>Record lost items and missing children; search CCTV videos for a lost object (ORB) or a person's face (FaceNet) and keep the matched frame with the report.</a:t>
            </a:r>
          </a:p>
        </p:txBody>
      </p:sp>
      <p:sp>
        <p:nvSpPr>
          <p:cNvPr id="16" name="Rounded Rectangle 15"/>
          <p:cNvSpPr/>
          <p:nvPr/>
        </p:nvSpPr>
        <p:spPr>
          <a:xfrm>
            <a:off x="6153912" y="4361688"/>
            <a:ext cx="5138928" cy="969264"/>
          </a:xfrm>
          <a:prstGeom prst="roundRect">
            <a:avLst>
              <a:gd name="adj" fmla="val 5000"/>
            </a:avLst>
          </a:prstGeom>
          <a:solidFill>
            <a:srgbClr val="FBE5D6"/>
          </a:solidFill>
          <a:ln w="12700">
            <a:solidFill>
              <a:srgbClr val="F8CBAD"/>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tIns="54864" rIns="109728" bIns="36576">
            <a:noAutofit/>
          </a:bodyPr>
          <a:lstStyle/>
          <a:p>
            <a:pPr algn="l">
              <a:spcAft>
                <a:spcPts val="200"/>
              </a:spcAft>
              <a:buNone/>
            </a:pPr>
            <a:r>
              <a:rPr sz="1400" b="1" i="0">
                <a:solidFill>
                  <a:srgbClr val="C55A11"/>
                </a:solidFill>
                <a:latin typeface="Arial"/>
              </a:rPr>
              <a:t>FR6  Navigation &amp; Evacuation</a:t>
            </a:r>
          </a:p>
          <a:p>
            <a:pPr algn="l">
              <a:spcAft>
                <a:spcPts val="0"/>
              </a:spcAft>
              <a:buNone/>
            </a:pPr>
            <a:r>
              <a:rPr sz="1150" b="0" i="0">
                <a:solidFill>
                  <a:srgbClr val="1F1F1F"/>
                </a:solidFill>
                <a:latin typeface="Arial"/>
              </a:rPr>
              <a:t>Attendees see the nearest exits and assembly points from their location; volunteers see assigned alerts on a map and open walking directions.</a:t>
            </a:r>
          </a:p>
        </p:txBody>
      </p:sp>
      <p:sp>
        <p:nvSpPr>
          <p:cNvPr id="17" name="Rounded Rectangle 16"/>
          <p:cNvSpPr/>
          <p:nvPr/>
        </p:nvSpPr>
        <p:spPr>
          <a:xfrm>
            <a:off x="868680" y="5422392"/>
            <a:ext cx="5138928" cy="969264"/>
          </a:xfrm>
          <a:prstGeom prst="roundRect">
            <a:avLst>
              <a:gd name="adj" fmla="val 5000"/>
            </a:avLst>
          </a:prstGeom>
          <a:solidFill>
            <a:srgbClr val="FBE5D6"/>
          </a:solidFill>
          <a:ln w="12700">
            <a:solidFill>
              <a:srgbClr val="F8CBAD"/>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tIns="54864" rIns="109728" bIns="36576">
            <a:noAutofit/>
          </a:bodyPr>
          <a:lstStyle/>
          <a:p>
            <a:pPr algn="l">
              <a:spcAft>
                <a:spcPts val="200"/>
              </a:spcAft>
              <a:buNone/>
            </a:pPr>
            <a:r>
              <a:rPr sz="1400" b="1" i="0">
                <a:solidFill>
                  <a:srgbClr val="C55A11"/>
                </a:solidFill>
                <a:latin typeface="Arial"/>
              </a:rPr>
              <a:t>FR7  Analytics &amp; AI Summary</a:t>
            </a:r>
          </a:p>
          <a:p>
            <a:pPr algn="l">
              <a:spcAft>
                <a:spcPts val="0"/>
              </a:spcAft>
              <a:buNone/>
            </a:pPr>
            <a:r>
              <a:rPr sz="1150" b="0" i="0">
                <a:solidFill>
                  <a:srgbClr val="1F1F1F"/>
                </a:solidFill>
                <a:latin typeface="Arial"/>
              </a:rPr>
              <a:t>Dashboard shows 24-hour activity and top volunteers; the Gemini chatbot answers questions about fire, violence and search events from detection logs.</a:t>
            </a:r>
          </a:p>
        </p:txBody>
      </p:sp>
      <p:sp>
        <p:nvSpPr>
          <p:cNvPr id="18" name="Rounded Rectangle 17"/>
          <p:cNvSpPr/>
          <p:nvPr/>
        </p:nvSpPr>
        <p:spPr>
          <a:xfrm>
            <a:off x="6153912" y="5422392"/>
            <a:ext cx="5138928" cy="969264"/>
          </a:xfrm>
          <a:prstGeom prst="roundRect">
            <a:avLst>
              <a:gd name="adj" fmla="val 5000"/>
            </a:avLst>
          </a:prstGeom>
          <a:solidFill>
            <a:srgbClr val="FFFFFF"/>
          </a:solidFill>
          <a:ln w="12700">
            <a:solidFill>
              <a:srgbClr val="F8CBAD"/>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tIns="54864" rIns="109728" bIns="36576">
            <a:noAutofit/>
          </a:bodyPr>
          <a:lstStyle/>
          <a:p>
            <a:pPr algn="l">
              <a:spcAft>
                <a:spcPts val="200"/>
              </a:spcAft>
              <a:buNone/>
            </a:pPr>
            <a:r>
              <a:rPr sz="1400" b="1" i="0">
                <a:solidFill>
                  <a:srgbClr val="6E6E6E"/>
                </a:solidFill>
                <a:latin typeface="Arial"/>
              </a:rPr>
              <a:t>FR8  Planned (next phase)</a:t>
            </a:r>
          </a:p>
          <a:p>
            <a:pPr algn="l">
              <a:spcAft>
                <a:spcPts val="0"/>
              </a:spcAft>
              <a:buNone/>
            </a:pPr>
            <a:r>
              <a:rPr sz="1150" b="0" i="0">
                <a:solidFill>
                  <a:srgbClr val="6E6E6E"/>
                </a:solidFill>
                <a:latin typeface="Arial"/>
              </a:rPr>
              <a:t>Crowd surge detection (YOLOv8 person count), weapon (gun) detection, and AI detections raised as alerts that an admin verifies before dispatch.</a:t>
            </a:r>
          </a:p>
        </p:txBody>
      </p:sp>
    </p:spTree>
    <p:extLst>
      <p:ext uri="{BB962C8B-B14F-4D97-AF65-F5344CB8AC3E}">
        <p14:creationId xmlns:p14="http://schemas.microsoft.com/office/powerpoint/2010/main" val="38023729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609600" y="235309"/>
            <a:ext cx="10972800" cy="1143000"/>
          </a:xfrm>
        </p:spPr>
        <p:txBody>
          <a:bodyPr/>
          <a:lstStyle/>
          <a:p>
            <a:r>
              <a:rPr sz="3600" b="1"/>
              <a:t>System Design</a:t>
            </a:r>
          </a:p>
        </p:txBody>
      </p:sp>
      <p:sp>
        <p:nvSpPr>
          <p:cNvPr id="9" name="Rounded Rectangle 8"/>
          <p:cNvSpPr/>
          <p:nvPr/>
        </p:nvSpPr>
        <p:spPr>
          <a:xfrm>
            <a:off x="868680" y="1261872"/>
            <a:ext cx="10424160" cy="548640"/>
          </a:xfrm>
          <a:prstGeom prst="roundRect">
            <a:avLst>
              <a:gd name="adj" fmla="val 5000"/>
            </a:avLst>
          </a:prstGeom>
          <a:solidFill>
            <a:srgbClr val="DDEF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27432" rIns="182880" bIns="27432">
            <a:noAutofit/>
          </a:bodyPr>
          <a:lstStyle/>
          <a:p>
            <a:pPr algn="l">
              <a:spcAft>
                <a:spcPts val="200"/>
              </a:spcAft>
              <a:buNone/>
            </a:pPr>
            <a:r>
              <a:rPr sz="1400" b="1" i="0">
                <a:solidFill>
                  <a:srgbClr val="0E5E63"/>
                </a:solidFill>
                <a:latin typeface="Arial"/>
              </a:rPr>
              <a:t>Design approach: </a:t>
            </a:r>
            <a:r>
              <a:rPr sz="1400" b="0" i="0">
                <a:solidFill>
                  <a:srgbClr val="1F1F1F"/>
                </a:solidFill>
                <a:latin typeface="Arial"/>
              </a:rPr>
              <a:t>layered, service-oriented architecture – a React client, a Node.js API that owns data and real-time events, and independent Python AI services.</a:t>
            </a:r>
          </a:p>
        </p:txBody>
      </p:sp>
      <p:sp>
        <p:nvSpPr>
          <p:cNvPr id="10" name="TextBox 9"/>
          <p:cNvSpPr txBox="1"/>
          <p:nvPr/>
        </p:nvSpPr>
        <p:spPr>
          <a:xfrm>
            <a:off x="868680" y="1828800"/>
            <a:ext cx="5486400" cy="420624"/>
          </a:xfrm>
          <a:prstGeom prst="rect">
            <a:avLst/>
          </a:prstGeom>
          <a:noFill/>
        </p:spPr>
        <p:txBody>
          <a:bodyPr wrap="square" anchor="t" tIns="54864" bIns="54864">
            <a:noAutofit/>
          </a:bodyPr>
          <a:lstStyle/>
          <a:p>
            <a:pPr algn="l">
              <a:spcAft>
                <a:spcPts val="200"/>
              </a:spcAft>
              <a:buNone/>
            </a:pPr>
            <a:r>
              <a:rPr sz="1700" b="1" i="0">
                <a:solidFill>
                  <a:srgbClr val="0E5E63"/>
                </a:solidFill>
                <a:latin typeface="Arial"/>
              </a:rPr>
              <a:t>Module Design</a:t>
            </a:r>
          </a:p>
        </p:txBody>
      </p:sp>
      <p:graphicFrame>
        <p:nvGraphicFramePr>
          <p:cNvPr id="11" name="Table 10"/>
          <p:cNvGraphicFramePr>
            <a:graphicFrameLocks noGrp="1"/>
          </p:cNvGraphicFramePr>
          <p:nvPr/>
        </p:nvGraphicFramePr>
        <p:xfrm>
          <a:off x="868680" y="2240280"/>
          <a:ext cx="10424160" cy="4023360"/>
        </p:xfrm>
        <a:graphic>
          <a:graphicData uri="http://schemas.openxmlformats.org/drawingml/2006/table">
            <a:tbl>
              <a:tblPr firstRow="1" bandRow="0">
                <a:tableStyleId>{5C22544A-7EE6-4342-B048-85BDC9FD1C3A}</a:tableStyleId>
              </a:tblPr>
              <a:tblGrid>
                <a:gridCol w="1234440"/>
                <a:gridCol w="2148840"/>
                <a:gridCol w="2788920"/>
                <a:gridCol w="4251960"/>
              </a:tblGrid>
              <a:tr h="365760">
                <a:tc>
                  <a:txBody>
                    <a:bodyPr wrap="square"/>
                    <a:lstStyle/>
                    <a:p>
                      <a:r>
                        <a:rPr sz="1300" b="1">
                          <a:solidFill>
                            <a:srgbClr val="FFFFFF"/>
                          </a:solidFill>
                          <a:latin typeface="Arial"/>
                        </a:rPr>
                        <a:t>Layer</a:t>
                      </a:r>
                    </a:p>
                  </a:txBody>
                  <a:tcPr marL="64008" marR="64008" marT="27432" marB="27432" anchor="ctr">
                    <a:solidFill>
                      <a:srgbClr val="0E5E63"/>
                    </a:solidFill>
                  </a:tcPr>
                </a:tc>
                <a:tc>
                  <a:txBody>
                    <a:bodyPr wrap="square"/>
                    <a:lstStyle/>
                    <a:p>
                      <a:r>
                        <a:rPr sz="1300" b="1">
                          <a:solidFill>
                            <a:srgbClr val="FFFFFF"/>
                          </a:solidFill>
                          <a:latin typeface="Arial"/>
                        </a:rPr>
                        <a:t>Module</a:t>
                      </a:r>
                    </a:p>
                  </a:txBody>
                  <a:tcPr marL="64008" marR="64008" marT="27432" marB="27432" anchor="ctr">
                    <a:solidFill>
                      <a:srgbClr val="0E5E63"/>
                    </a:solidFill>
                  </a:tcPr>
                </a:tc>
                <a:tc>
                  <a:txBody>
                    <a:bodyPr wrap="square"/>
                    <a:lstStyle/>
                    <a:p>
                      <a:r>
                        <a:rPr sz="1300" b="1">
                          <a:solidFill>
                            <a:srgbClr val="FFFFFF"/>
                          </a:solidFill>
                          <a:latin typeface="Arial"/>
                        </a:rPr>
                        <a:t>Technology</a:t>
                      </a:r>
                    </a:p>
                  </a:txBody>
                  <a:tcPr marL="64008" marR="64008" marT="27432" marB="27432" anchor="ctr">
                    <a:solidFill>
                      <a:srgbClr val="0E5E63"/>
                    </a:solidFill>
                  </a:tcPr>
                </a:tc>
                <a:tc>
                  <a:txBody>
                    <a:bodyPr wrap="square"/>
                    <a:lstStyle/>
                    <a:p>
                      <a:r>
                        <a:rPr sz="1300" b="1">
                          <a:solidFill>
                            <a:srgbClr val="FFFFFF"/>
                          </a:solidFill>
                          <a:latin typeface="Arial"/>
                        </a:rPr>
                        <a:t>Responsibility</a:t>
                      </a:r>
                    </a:p>
                  </a:txBody>
                  <a:tcPr marL="64008" marR="64008" marT="27432" marB="27432" anchor="ctr">
                    <a:solidFill>
                      <a:srgbClr val="0E5E63"/>
                    </a:solidFill>
                  </a:tcPr>
                </a:tc>
              </a:tr>
              <a:tr h="457200">
                <a:tc>
                  <a:txBody>
                    <a:bodyPr wrap="square"/>
                    <a:lstStyle/>
                    <a:p>
                      <a:r>
                        <a:rPr sz="1200" b="1">
                          <a:solidFill>
                            <a:srgbClr val="1F1F1F"/>
                          </a:solidFill>
                          <a:latin typeface="Arial"/>
                        </a:rPr>
                        <a:t>Presentation</a:t>
                      </a:r>
                    </a:p>
                  </a:txBody>
                  <a:tcPr marL="64008" marR="64008" marT="27432" marB="27432" anchor="ctr">
                    <a:solidFill>
                      <a:srgbClr val="FBE5D6"/>
                    </a:solidFill>
                  </a:tcPr>
                </a:tc>
                <a:tc>
                  <a:txBody>
                    <a:bodyPr wrap="square"/>
                    <a:lstStyle/>
                    <a:p>
                      <a:r>
                        <a:rPr sz="1200" b="0">
                          <a:solidFill>
                            <a:srgbClr val="1F1F1F"/>
                          </a:solidFill>
                          <a:latin typeface="Arial"/>
                        </a:rPr>
                        <a:t>Admin Dashboard</a:t>
                      </a:r>
                    </a:p>
                  </a:txBody>
                  <a:tcPr marL="64008" marR="64008" marT="27432" marB="27432" anchor="ctr">
                    <a:solidFill>
                      <a:srgbClr val="FBE5D6"/>
                    </a:solidFill>
                  </a:tcPr>
                </a:tc>
                <a:tc>
                  <a:txBody>
                    <a:bodyPr wrap="square"/>
                    <a:lstStyle/>
                    <a:p>
                      <a:r>
                        <a:rPr sz="1200" b="0">
                          <a:solidFill>
                            <a:srgbClr val="1F1F1F"/>
                          </a:solidFill>
                          <a:latin typeface="Arial"/>
                        </a:rPr>
                        <a:t>React, Recharts, Leaflet</a:t>
                      </a:r>
                    </a:p>
                  </a:txBody>
                  <a:tcPr marL="64008" marR="64008" marT="27432" marB="27432" anchor="ctr">
                    <a:solidFill>
                      <a:srgbClr val="FBE5D6"/>
                    </a:solidFill>
                  </a:tcPr>
                </a:tc>
                <a:tc>
                  <a:txBody>
                    <a:bodyPr wrap="square"/>
                    <a:lstStyle/>
                    <a:p>
                      <a:r>
                        <a:rPr sz="1200" b="0">
                          <a:solidFill>
                            <a:srgbClr val="1F1F1F"/>
                          </a:solidFill>
                          <a:latin typeface="Arial"/>
                        </a:rPr>
                        <a:t>Statistics, live cameras, alert map, user approval, Lost &amp; Found, AI chat</a:t>
                      </a:r>
                    </a:p>
                  </a:txBody>
                  <a:tcPr marL="64008" marR="64008" marT="27432" marB="27432" anchor="ctr">
                    <a:solidFill>
                      <a:srgbClr val="FBE5D6"/>
                    </a:solidFill>
                  </a:tcPr>
                </a:tc>
              </a:tr>
              <a:tr h="457200">
                <a:tc>
                  <a:txBody>
                    <a:bodyPr wrap="square"/>
                    <a:lstStyle/>
                    <a:p>
                      <a:r>
                        <a:rPr sz="1200" b="1">
                          <a:solidFill>
                            <a:srgbClr val="1F1F1F"/>
                          </a:solidFill>
                          <a:latin typeface="Arial"/>
                        </a:rPr>
                        <a:t>Presentation</a:t>
                      </a:r>
                    </a:p>
                  </a:txBody>
                  <a:tcPr marL="64008" marR="64008" marT="27432" marB="27432" anchor="ctr">
                    <a:solidFill>
                      <a:srgbClr val="FFFFFF"/>
                    </a:solidFill>
                  </a:tcPr>
                </a:tc>
                <a:tc>
                  <a:txBody>
                    <a:bodyPr wrap="square"/>
                    <a:lstStyle/>
                    <a:p>
                      <a:r>
                        <a:rPr sz="1200" b="0">
                          <a:solidFill>
                            <a:srgbClr val="1F1F1F"/>
                          </a:solidFill>
                          <a:latin typeface="Arial"/>
                        </a:rPr>
                        <a:t>Volunteer &amp; Attendee Apps</a:t>
                      </a:r>
                    </a:p>
                  </a:txBody>
                  <a:tcPr marL="64008" marR="64008" marT="27432" marB="27432" anchor="ctr">
                    <a:solidFill>
                      <a:srgbClr val="FFFFFF"/>
                    </a:solidFill>
                  </a:tcPr>
                </a:tc>
                <a:tc>
                  <a:txBody>
                    <a:bodyPr wrap="square"/>
                    <a:lstStyle/>
                    <a:p>
                      <a:r>
                        <a:rPr sz="1200" b="0">
                          <a:solidFill>
                            <a:srgbClr val="1F1F1F"/>
                          </a:solidFill>
                          <a:latin typeface="Arial"/>
                        </a:rPr>
                        <a:t>React, Leaflet, face-api.js</a:t>
                      </a:r>
                    </a:p>
                  </a:txBody>
                  <a:tcPr marL="64008" marR="64008" marT="27432" marB="27432" anchor="ctr">
                    <a:solidFill>
                      <a:srgbClr val="FFFFFF"/>
                    </a:solidFill>
                  </a:tcPr>
                </a:tc>
                <a:tc>
                  <a:txBody>
                    <a:bodyPr wrap="square"/>
                    <a:lstStyle/>
                    <a:p>
                      <a:r>
                        <a:rPr sz="1200" b="0">
                          <a:solidFill>
                            <a:srgbClr val="1F1F1F"/>
                          </a:solidFill>
                          <a:latin typeface="Arial"/>
                        </a:rPr>
                        <a:t>Assignments, backup and location sharing; issue reports, alerts, evacuation</a:t>
                      </a:r>
                    </a:p>
                  </a:txBody>
                  <a:tcPr marL="64008" marR="64008" marT="27432" marB="27432" anchor="ctr">
                    <a:solidFill>
                      <a:srgbClr val="FFFFFF"/>
                    </a:solidFill>
                  </a:tcPr>
                </a:tc>
              </a:tr>
              <a:tr h="457200">
                <a:tc>
                  <a:txBody>
                    <a:bodyPr wrap="square"/>
                    <a:lstStyle/>
                    <a:p>
                      <a:r>
                        <a:rPr sz="1200" b="1">
                          <a:solidFill>
                            <a:srgbClr val="1F1F1F"/>
                          </a:solidFill>
                          <a:latin typeface="Arial"/>
                        </a:rPr>
                        <a:t>Application</a:t>
                      </a:r>
                    </a:p>
                  </a:txBody>
                  <a:tcPr marL="64008" marR="64008" marT="27432" marB="27432" anchor="ctr">
                    <a:solidFill>
                      <a:srgbClr val="FBE5D6"/>
                    </a:solidFill>
                  </a:tcPr>
                </a:tc>
                <a:tc>
                  <a:txBody>
                    <a:bodyPr wrap="square"/>
                    <a:lstStyle/>
                    <a:p>
                      <a:r>
                        <a:rPr sz="1200" b="0">
                          <a:solidFill>
                            <a:srgbClr val="1F1F1F"/>
                          </a:solidFill>
                          <a:latin typeface="Arial"/>
                        </a:rPr>
                        <a:t>Auth &amp; User Module</a:t>
                      </a:r>
                    </a:p>
                  </a:txBody>
                  <a:tcPr marL="64008" marR="64008" marT="27432" marB="27432" anchor="ctr">
                    <a:solidFill>
                      <a:srgbClr val="FBE5D6"/>
                    </a:solidFill>
                  </a:tcPr>
                </a:tc>
                <a:tc>
                  <a:txBody>
                    <a:bodyPr wrap="square"/>
                    <a:lstStyle/>
                    <a:p>
                      <a:r>
                        <a:rPr sz="1200" b="0">
                          <a:solidFill>
                            <a:srgbClr val="1F1F1F"/>
                          </a:solidFill>
                          <a:latin typeface="Arial"/>
                        </a:rPr>
                        <a:t>Express, JWT, bcrypt</a:t>
                      </a:r>
                    </a:p>
                  </a:txBody>
                  <a:tcPr marL="64008" marR="64008" marT="27432" marB="27432" anchor="ctr">
                    <a:solidFill>
                      <a:srgbClr val="FBE5D6"/>
                    </a:solidFill>
                  </a:tcPr>
                </a:tc>
                <a:tc>
                  <a:txBody>
                    <a:bodyPr wrap="square"/>
                    <a:lstStyle/>
                    <a:p>
                      <a:r>
                        <a:rPr sz="1200" b="0">
                          <a:solidFill>
                            <a:srgbClr val="1F1F1F"/>
                          </a:solidFill>
                          <a:latin typeface="Arial"/>
                        </a:rPr>
                        <a:t>Sign-up, login, face match, role checks, approvals</a:t>
                      </a:r>
                    </a:p>
                  </a:txBody>
                  <a:tcPr marL="64008" marR="64008" marT="27432" marB="27432" anchor="ctr">
                    <a:solidFill>
                      <a:srgbClr val="FBE5D6"/>
                    </a:solidFill>
                  </a:tcPr>
                </a:tc>
              </a:tr>
              <a:tr h="457200">
                <a:tc>
                  <a:txBody>
                    <a:bodyPr wrap="square"/>
                    <a:lstStyle/>
                    <a:p>
                      <a:r>
                        <a:rPr sz="1200" b="1">
                          <a:solidFill>
                            <a:srgbClr val="1F1F1F"/>
                          </a:solidFill>
                          <a:latin typeface="Arial"/>
                        </a:rPr>
                        <a:t>Application</a:t>
                      </a:r>
                    </a:p>
                  </a:txBody>
                  <a:tcPr marL="64008" marR="64008" marT="27432" marB="27432" anchor="ctr">
                    <a:solidFill>
                      <a:srgbClr val="FFFFFF"/>
                    </a:solidFill>
                  </a:tcPr>
                </a:tc>
                <a:tc>
                  <a:txBody>
                    <a:bodyPr wrap="square"/>
                    <a:lstStyle/>
                    <a:p>
                      <a:r>
                        <a:rPr sz="1200" b="0">
                          <a:solidFill>
                            <a:srgbClr val="1F1F1F"/>
                          </a:solidFill>
                          <a:latin typeface="Arial"/>
                        </a:rPr>
                        <a:t>Incident &amp; Alert Module</a:t>
                      </a:r>
                    </a:p>
                  </a:txBody>
                  <a:tcPr marL="64008" marR="64008" marT="27432" marB="27432" anchor="ctr">
                    <a:solidFill>
                      <a:srgbClr val="FFFFFF"/>
                    </a:solidFill>
                  </a:tcPr>
                </a:tc>
                <a:tc>
                  <a:txBody>
                    <a:bodyPr wrap="square"/>
                    <a:lstStyle/>
                    <a:p>
                      <a:r>
                        <a:rPr sz="1200" b="0">
                          <a:solidFill>
                            <a:srgbClr val="1F1F1F"/>
                          </a:solidFill>
                          <a:latin typeface="Arial"/>
                        </a:rPr>
                        <a:t>Express, Socket.IO, Mongoose</a:t>
                      </a:r>
                    </a:p>
                  </a:txBody>
                  <a:tcPr marL="64008" marR="64008" marT="27432" marB="27432" anchor="ctr">
                    <a:solidFill>
                      <a:srgbClr val="FFFFFF"/>
                    </a:solidFill>
                  </a:tcPr>
                </a:tc>
                <a:tc>
                  <a:txBody>
                    <a:bodyPr wrap="square"/>
                    <a:lstStyle/>
                    <a:p>
                      <a:r>
                        <a:rPr sz="1200" b="0">
                          <a:solidFill>
                            <a:srgbClr val="1F1F1F"/>
                          </a:solidFill>
                          <a:latin typeface="Arial"/>
                        </a:rPr>
                        <a:t>Report, create, assign, accept, backup, resolve, broadcast</a:t>
                      </a:r>
                    </a:p>
                  </a:txBody>
                  <a:tcPr marL="64008" marR="64008" marT="27432" marB="27432" anchor="ctr">
                    <a:solidFill>
                      <a:srgbClr val="FFFFFF"/>
                    </a:solidFill>
                  </a:tcPr>
                </a:tc>
              </a:tr>
              <a:tr h="457200">
                <a:tc>
                  <a:txBody>
                    <a:bodyPr wrap="square"/>
                    <a:lstStyle/>
                    <a:p>
                      <a:r>
                        <a:rPr sz="1200" b="1">
                          <a:solidFill>
                            <a:srgbClr val="1F1F1F"/>
                          </a:solidFill>
                          <a:latin typeface="Arial"/>
                        </a:rPr>
                        <a:t>Application</a:t>
                      </a:r>
                    </a:p>
                  </a:txBody>
                  <a:tcPr marL="64008" marR="64008" marT="27432" marB="27432" anchor="ctr">
                    <a:solidFill>
                      <a:srgbClr val="FBE5D6"/>
                    </a:solidFill>
                  </a:tcPr>
                </a:tc>
                <a:tc>
                  <a:txBody>
                    <a:bodyPr wrap="square"/>
                    <a:lstStyle/>
                    <a:p>
                      <a:r>
                        <a:rPr sz="1200" b="0">
                          <a:solidFill>
                            <a:srgbClr val="1F1F1F"/>
                          </a:solidFill>
                          <a:latin typeface="Arial"/>
                        </a:rPr>
                        <a:t>Lost &amp; Found + AI Summary</a:t>
                      </a:r>
                    </a:p>
                  </a:txBody>
                  <a:tcPr marL="64008" marR="64008" marT="27432" marB="27432" anchor="ctr">
                    <a:solidFill>
                      <a:srgbClr val="FBE5D6"/>
                    </a:solidFill>
                  </a:tcPr>
                </a:tc>
                <a:tc>
                  <a:txBody>
                    <a:bodyPr wrap="square"/>
                    <a:lstStyle/>
                    <a:p>
                      <a:r>
                        <a:rPr sz="1200" b="0">
                          <a:solidFill>
                            <a:srgbClr val="1F1F1F"/>
                          </a:solidFill>
                          <a:latin typeface="Arial"/>
                        </a:rPr>
                        <a:t>Express, Multer, Gemini API</a:t>
                      </a:r>
                    </a:p>
                  </a:txBody>
                  <a:tcPr marL="64008" marR="64008" marT="27432" marB="27432" anchor="ctr">
                    <a:solidFill>
                      <a:srgbClr val="FBE5D6"/>
                    </a:solidFill>
                  </a:tcPr>
                </a:tc>
                <a:tc>
                  <a:txBody>
                    <a:bodyPr wrap="square"/>
                    <a:lstStyle/>
                    <a:p>
                      <a:r>
                        <a:rPr sz="1200" b="0">
                          <a:solidFill>
                            <a:srgbClr val="1F1F1F"/>
                          </a:solidFill>
                          <a:latin typeface="Arial"/>
                        </a:rPr>
                        <a:t>Store reports, forward AI searches, answer questions on logs</a:t>
                      </a:r>
                    </a:p>
                  </a:txBody>
                  <a:tcPr marL="64008" marR="64008" marT="27432" marB="27432" anchor="ctr">
                    <a:solidFill>
                      <a:srgbClr val="FBE5D6"/>
                    </a:solidFill>
                  </a:tcPr>
                </a:tc>
              </a:tr>
              <a:tr h="457200">
                <a:tc>
                  <a:txBody>
                    <a:bodyPr wrap="square"/>
                    <a:lstStyle/>
                    <a:p>
                      <a:r>
                        <a:rPr sz="1200" b="1">
                          <a:solidFill>
                            <a:srgbClr val="1F1F1F"/>
                          </a:solidFill>
                          <a:latin typeface="Arial"/>
                        </a:rPr>
                        <a:t>AI Services</a:t>
                      </a:r>
                    </a:p>
                  </a:txBody>
                  <a:tcPr marL="64008" marR="64008" marT="27432" marB="27432" anchor="ctr">
                    <a:solidFill>
                      <a:srgbClr val="FFFFFF"/>
                    </a:solidFill>
                  </a:tcPr>
                </a:tc>
                <a:tc>
                  <a:txBody>
                    <a:bodyPr wrap="square"/>
                    <a:lstStyle/>
                    <a:p>
                      <a:r>
                        <a:rPr sz="1200" b="0">
                          <a:solidFill>
                            <a:srgbClr val="1F1F1F"/>
                          </a:solidFill>
                          <a:latin typeface="Arial"/>
                        </a:rPr>
                        <a:t>Live Detection Service</a:t>
                      </a:r>
                    </a:p>
                  </a:txBody>
                  <a:tcPr marL="64008" marR="64008" marT="27432" marB="27432" anchor="ctr">
                    <a:solidFill>
                      <a:srgbClr val="FFFFFF"/>
                    </a:solidFill>
                  </a:tcPr>
                </a:tc>
                <a:tc>
                  <a:txBody>
                    <a:bodyPr wrap="square"/>
                    <a:lstStyle/>
                    <a:p>
                      <a:r>
                        <a:rPr sz="1200" b="0">
                          <a:solidFill>
                            <a:srgbClr val="1F1F1F"/>
                          </a:solidFill>
                          <a:latin typeface="Arial"/>
                        </a:rPr>
                        <a:t>Flask, OpenCV, YOLOv8, CLIP</a:t>
                      </a:r>
                    </a:p>
                  </a:txBody>
                  <a:tcPr marL="64008" marR="64008" marT="27432" marB="27432" anchor="ctr">
                    <a:solidFill>
                      <a:srgbClr val="FFFFFF"/>
                    </a:solidFill>
                  </a:tcPr>
                </a:tc>
                <a:tc>
                  <a:txBody>
                    <a:bodyPr wrap="square"/>
                    <a:lstStyle/>
                    <a:p>
                      <a:r>
                        <a:rPr sz="1200" b="0">
                          <a:solidFill>
                            <a:srgbClr val="1F1F1F"/>
                          </a:solidFill>
                          <a:latin typeface="Arial"/>
                        </a:rPr>
                        <a:t>Camera ingest, fire &amp; violence detection, MJPEG stream, event log</a:t>
                      </a:r>
                    </a:p>
                  </a:txBody>
                  <a:tcPr marL="64008" marR="64008" marT="27432" marB="27432" anchor="ctr">
                    <a:solidFill>
                      <a:srgbClr val="FFFFFF"/>
                    </a:solidFill>
                  </a:tcPr>
                </a:tc>
              </a:tr>
              <a:tr h="457200">
                <a:tc>
                  <a:txBody>
                    <a:bodyPr wrap="square"/>
                    <a:lstStyle/>
                    <a:p>
                      <a:r>
                        <a:rPr sz="1200" b="1">
                          <a:solidFill>
                            <a:srgbClr val="1F1F1F"/>
                          </a:solidFill>
                          <a:latin typeface="Arial"/>
                        </a:rPr>
                        <a:t>AI Services</a:t>
                      </a:r>
                    </a:p>
                  </a:txBody>
                  <a:tcPr marL="64008" marR="64008" marT="27432" marB="27432" anchor="ctr">
                    <a:solidFill>
                      <a:srgbClr val="FBE5D6"/>
                    </a:solidFill>
                  </a:tcPr>
                </a:tc>
                <a:tc>
                  <a:txBody>
                    <a:bodyPr wrap="square"/>
                    <a:lstStyle/>
                    <a:p>
                      <a:r>
                        <a:rPr sz="1200" b="0">
                          <a:solidFill>
                            <a:srgbClr val="1F1F1F"/>
                          </a:solidFill>
                          <a:latin typeface="Arial"/>
                        </a:rPr>
                        <a:t>AI Search Service</a:t>
                      </a:r>
                    </a:p>
                  </a:txBody>
                  <a:tcPr marL="64008" marR="64008" marT="27432" marB="27432" anchor="ctr">
                    <a:solidFill>
                      <a:srgbClr val="FBE5D6"/>
                    </a:solidFill>
                  </a:tcPr>
                </a:tc>
                <a:tc>
                  <a:txBody>
                    <a:bodyPr wrap="square"/>
                    <a:lstStyle/>
                    <a:p>
                      <a:r>
                        <a:rPr sz="1200" b="0">
                          <a:solidFill>
                            <a:srgbClr val="1F1F1F"/>
                          </a:solidFill>
                          <a:latin typeface="Arial"/>
                        </a:rPr>
                        <a:t>FastAPI, ORB, MTCNN + FaceNet</a:t>
                      </a:r>
                    </a:p>
                  </a:txBody>
                  <a:tcPr marL="64008" marR="64008" marT="27432" marB="27432" anchor="ctr">
                    <a:solidFill>
                      <a:srgbClr val="FBE5D6"/>
                    </a:solidFill>
                  </a:tcPr>
                </a:tc>
                <a:tc>
                  <a:txBody>
                    <a:bodyPr wrap="square"/>
                    <a:lstStyle/>
                    <a:p>
                      <a:r>
                        <a:rPr sz="1200" b="0">
                          <a:solidFill>
                            <a:srgbClr val="1F1F1F"/>
                          </a:solidFill>
                          <a:latin typeface="Arial"/>
                        </a:rPr>
                        <a:t>Find lost objects and missing persons in CCTV videos</a:t>
                      </a:r>
                    </a:p>
                  </a:txBody>
                  <a:tcPr marL="64008" marR="64008" marT="27432" marB="27432" anchor="ctr">
                    <a:solidFill>
                      <a:srgbClr val="FBE5D6"/>
                    </a:solidFill>
                  </a:tcPr>
                </a:tc>
              </a:tr>
              <a:tr h="457200">
                <a:tc>
                  <a:txBody>
                    <a:bodyPr wrap="square"/>
                    <a:lstStyle/>
                    <a:p>
                      <a:r>
                        <a:rPr sz="1200" b="1">
                          <a:solidFill>
                            <a:srgbClr val="1F1F1F"/>
                          </a:solidFill>
                          <a:latin typeface="Arial"/>
                        </a:rPr>
                        <a:t>Data</a:t>
                      </a:r>
                    </a:p>
                  </a:txBody>
                  <a:tcPr marL="64008" marR="64008" marT="27432" marB="27432" anchor="ctr">
                    <a:solidFill>
                      <a:srgbClr val="FFFFFF"/>
                    </a:solidFill>
                  </a:tcPr>
                </a:tc>
                <a:tc>
                  <a:txBody>
                    <a:bodyPr wrap="square"/>
                    <a:lstStyle/>
                    <a:p>
                      <a:r>
                        <a:rPr sz="1200" b="0">
                          <a:solidFill>
                            <a:srgbClr val="1F1F1F"/>
                          </a:solidFill>
                          <a:latin typeface="Arial"/>
                        </a:rPr>
                        <a:t>Storage</a:t>
                      </a:r>
                    </a:p>
                  </a:txBody>
                  <a:tcPr marL="64008" marR="64008" marT="27432" marB="27432" anchor="ctr">
                    <a:solidFill>
                      <a:srgbClr val="FFFFFF"/>
                    </a:solidFill>
                  </a:tcPr>
                </a:tc>
                <a:tc>
                  <a:txBody>
                    <a:bodyPr wrap="square"/>
                    <a:lstStyle/>
                    <a:p>
                      <a:r>
                        <a:rPr sz="1200" b="0">
                          <a:solidFill>
                            <a:srgbClr val="1F1F1F"/>
                          </a:solidFill>
                          <a:latin typeface="Arial"/>
                        </a:rPr>
                        <a:t>MongoDB Atlas, file system</a:t>
                      </a:r>
                    </a:p>
                  </a:txBody>
                  <a:tcPr marL="64008" marR="64008" marT="27432" marB="27432" anchor="ctr">
                    <a:solidFill>
                      <a:srgbClr val="FFFFFF"/>
                    </a:solidFill>
                  </a:tcPr>
                </a:tc>
                <a:tc>
                  <a:txBody>
                    <a:bodyPr wrap="square"/>
                    <a:lstStyle/>
                    <a:p>
                      <a:r>
                        <a:rPr sz="1200" b="0">
                          <a:solidFill>
                            <a:srgbClr val="1F1F1F"/>
                          </a:solidFill>
                          <a:latin typeface="Arial"/>
                        </a:rPr>
                        <a:t>Users, Issues, LostReports; uploads, videos, matched frames, logs</a:t>
                      </a:r>
                    </a:p>
                  </a:txBody>
                  <a:tcPr marL="64008" marR="64008" marT="27432" marB="27432" anchor="ctr">
                    <a:solidFill>
                      <a:srgbClr val="FFFFFF"/>
                    </a:solidFill>
                  </a:tcPr>
                </a:tc>
              </a:tr>
            </a:tbl>
          </a:graphicData>
        </a:graphic>
      </p:graphicFrame>
    </p:spTree>
    <p:extLst>
      <p:ext uri="{BB962C8B-B14F-4D97-AF65-F5344CB8AC3E}">
        <p14:creationId xmlns:p14="http://schemas.microsoft.com/office/powerpoint/2010/main" val="3148401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609600" y="235309"/>
            <a:ext cx="10972800" cy="1143000"/>
          </a:xfrm>
        </p:spPr>
        <p:txBody>
          <a:bodyPr/>
          <a:lstStyle/>
          <a:p>
            <a:r>
              <a:rPr sz="3600" b="1"/>
              <a:t>Class Diagram</a:t>
            </a:r>
          </a:p>
        </p:txBody>
      </p:sp>
      <p:pic>
        <p:nvPicPr>
          <p:cNvPr id="9" name="Picture 8" descr="class_diagram.png"/>
          <p:cNvPicPr>
            <a:picLocks noChangeAspect="1"/>
          </p:cNvPicPr>
          <p:nvPr/>
        </p:nvPicPr>
        <p:blipFill>
          <a:blip r:embed="rId2"/>
          <a:stretch>
            <a:fillRect/>
          </a:stretch>
        </p:blipFill>
        <p:spPr>
          <a:xfrm>
            <a:off x="914400" y="1261872"/>
            <a:ext cx="10332720" cy="5228705"/>
          </a:xfrm>
          <a:prstGeom prst="rect">
            <a:avLst/>
          </a:prstGeom>
        </p:spPr>
      </p:pic>
    </p:spTree>
    <p:extLst>
      <p:ext uri="{BB962C8B-B14F-4D97-AF65-F5344CB8AC3E}">
        <p14:creationId xmlns:p14="http://schemas.microsoft.com/office/powerpoint/2010/main" val="22813068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609600" y="235309"/>
            <a:ext cx="10972800" cy="1143000"/>
          </a:xfrm>
        </p:spPr>
        <p:txBody>
          <a:bodyPr/>
          <a:lstStyle/>
          <a:p>
            <a:r>
              <a:rPr sz="3600" b="1"/>
              <a:t>Sequence Diagram</a:t>
            </a:r>
          </a:p>
        </p:txBody>
      </p:sp>
      <p:pic>
        <p:nvPicPr>
          <p:cNvPr id="9" name="Picture 8" descr="sequence_diagram.png"/>
          <p:cNvPicPr>
            <a:picLocks noChangeAspect="1"/>
          </p:cNvPicPr>
          <p:nvPr/>
        </p:nvPicPr>
        <p:blipFill>
          <a:blip r:embed="rId2"/>
          <a:stretch>
            <a:fillRect/>
          </a:stretch>
        </p:blipFill>
        <p:spPr>
          <a:xfrm>
            <a:off x="914400" y="1261872"/>
            <a:ext cx="10332720" cy="5228705"/>
          </a:xfrm>
          <a:prstGeom prst="rect">
            <a:avLst/>
          </a:prstGeom>
        </p:spPr>
      </p:pic>
      <p:sp>
        <p:nvSpPr>
          <p:cNvPr id="10" name="TextBox 9"/>
          <p:cNvSpPr txBox="1"/>
          <p:nvPr/>
        </p:nvSpPr>
        <p:spPr>
          <a:xfrm>
            <a:off x="914400" y="950976"/>
            <a:ext cx="10332720" cy="384048"/>
          </a:xfrm>
          <a:prstGeom prst="rect">
            <a:avLst/>
          </a:prstGeom>
          <a:noFill/>
        </p:spPr>
        <p:txBody>
          <a:bodyPr wrap="square" anchor="t" tIns="54864" bIns="54864">
            <a:noAutofit/>
          </a:bodyPr>
          <a:lstStyle/>
          <a:p>
            <a:pPr algn="ctr">
              <a:spcAft>
                <a:spcPts val="200"/>
              </a:spcAft>
              <a:buNone/>
            </a:pPr>
            <a:r>
              <a:rPr sz="1150" b="0" i="1">
                <a:solidFill>
                  <a:srgbClr val="6E6E6E"/>
                </a:solidFill>
                <a:latin typeface="Arial"/>
              </a:rPr>
              <a:t>Scenario: incident reported (or detected) → admin assigns volunteer → volunteer resolves → everyone updated live.   Grey = planned.</a:t>
            </a:r>
          </a:p>
        </p:txBody>
      </p:sp>
    </p:spTree>
    <p:extLst>
      <p:ext uri="{BB962C8B-B14F-4D97-AF65-F5344CB8AC3E}">
        <p14:creationId xmlns:p14="http://schemas.microsoft.com/office/powerpoint/2010/main" val="21081033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609600" y="235309"/>
            <a:ext cx="10972800" cy="1143000"/>
          </a:xfrm>
        </p:spPr>
        <p:txBody>
          <a:bodyPr/>
          <a:lstStyle/>
          <a:p>
            <a:r>
              <a:rPr sz="3600" b="1"/>
              <a:t>State Chart Diagram</a:t>
            </a:r>
          </a:p>
        </p:txBody>
      </p:sp>
      <p:pic>
        <p:nvPicPr>
          <p:cNvPr id="9" name="Picture 8" descr="state_diagram.png"/>
          <p:cNvPicPr>
            <a:picLocks noChangeAspect="1"/>
          </p:cNvPicPr>
          <p:nvPr/>
        </p:nvPicPr>
        <p:blipFill>
          <a:blip r:embed="rId2"/>
          <a:stretch>
            <a:fillRect/>
          </a:stretch>
        </p:blipFill>
        <p:spPr>
          <a:xfrm>
            <a:off x="914400" y="1600200"/>
            <a:ext cx="10332720" cy="4314305"/>
          </a:xfrm>
          <a:prstGeom prst="rect">
            <a:avLst/>
          </a:prstGeom>
        </p:spPr>
      </p:pic>
    </p:spTree>
    <p:extLst>
      <p:ext uri="{BB962C8B-B14F-4D97-AF65-F5344CB8AC3E}">
        <p14:creationId xmlns:p14="http://schemas.microsoft.com/office/powerpoint/2010/main" val="20280636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609600" y="235309"/>
            <a:ext cx="10972800" cy="1143000"/>
          </a:xfrm>
        </p:spPr>
        <p:txBody>
          <a:bodyPr/>
          <a:lstStyle/>
          <a:p>
            <a:r>
              <a:rPr sz="3600" b="1"/>
              <a:t>Deployment Diagram</a:t>
            </a:r>
          </a:p>
        </p:txBody>
      </p:sp>
      <p:pic>
        <p:nvPicPr>
          <p:cNvPr id="9" name="Picture 8" descr="deployment_diagram.png"/>
          <p:cNvPicPr>
            <a:picLocks noChangeAspect="1"/>
          </p:cNvPicPr>
          <p:nvPr/>
        </p:nvPicPr>
        <p:blipFill>
          <a:blip r:embed="rId2"/>
          <a:stretch>
            <a:fillRect/>
          </a:stretch>
        </p:blipFill>
        <p:spPr>
          <a:xfrm>
            <a:off x="914400" y="1417320"/>
            <a:ext cx="10332720" cy="4937760"/>
          </a:xfrm>
          <a:prstGeom prst="rect">
            <a:avLst/>
          </a:prstGeom>
        </p:spPr>
      </p:pic>
    </p:spTree>
    <p:extLst>
      <p:ext uri="{BB962C8B-B14F-4D97-AF65-F5344CB8AC3E}">
        <p14:creationId xmlns:p14="http://schemas.microsoft.com/office/powerpoint/2010/main" val="8727646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639097" y="2408237"/>
            <a:ext cx="10972800" cy="1143000"/>
          </a:xfrm>
        </p:spPr>
        <p:txBody>
          <a:bodyPr/>
          <a:lstStyle/>
          <a:p>
            <a:r>
              <a:rPr lang="en-US" dirty="0"/>
              <a:t>Thank You</a:t>
            </a:r>
          </a:p>
        </p:txBody>
      </p:sp>
    </p:spTree>
    <p:extLst>
      <p:ext uri="{BB962C8B-B14F-4D97-AF65-F5344CB8AC3E}">
        <p14:creationId xmlns:p14="http://schemas.microsoft.com/office/powerpoint/2010/main" val="1670577121"/>
      </p:ext>
    </p:extLst>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b="1"/>
              <a:t>Software Requirements Specification</a:t>
            </a:r>
          </a:p>
        </p:txBody>
      </p:sp>
      <p:sp>
        <p:nvSpPr>
          <p:cNvPr id="3" name="TextBox 2"/>
          <p:cNvSpPr txBox="1"/>
          <p:nvPr/>
        </p:nvSpPr>
        <p:spPr>
          <a:xfrm>
            <a:off x="914400" y="1234440"/>
            <a:ext cx="10241280" cy="420624"/>
          </a:xfrm>
          <a:prstGeom prst="rect">
            <a:avLst/>
          </a:prstGeom>
          <a:noFill/>
        </p:spPr>
        <p:txBody>
          <a:bodyPr wrap="square" anchor="t" tIns="54864" bIns="54864">
            <a:noAutofit/>
          </a:bodyPr>
          <a:lstStyle/>
          <a:p>
            <a:pPr algn="l">
              <a:spcAft>
                <a:spcPts val="200"/>
              </a:spcAft>
              <a:buNone/>
            </a:pPr>
            <a:r>
              <a:rPr sz="1800" b="1" i="0">
                <a:solidFill>
                  <a:srgbClr val="0E5E63"/>
                </a:solidFill>
                <a:latin typeface="Arial"/>
              </a:rPr>
              <a:t>Non-Functional Requirements</a:t>
            </a:r>
          </a:p>
        </p:txBody>
      </p:sp>
      <p:sp>
        <p:nvSpPr>
          <p:cNvPr id="4" name="Rounded Rectangle 3"/>
          <p:cNvSpPr/>
          <p:nvPr/>
        </p:nvSpPr>
        <p:spPr>
          <a:xfrm>
            <a:off x="868680" y="1737360"/>
            <a:ext cx="3337560" cy="457200"/>
          </a:xfrm>
          <a:prstGeom prst="roundRect">
            <a:avLst>
              <a:gd name="adj" fmla="val 5000"/>
            </a:avLst>
          </a:prstGeom>
          <a:solidFill>
            <a:srgbClr val="0E5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noAutofit/>
          </a:bodyPr>
          <a:lstStyle/>
          <a:p>
            <a:pPr algn="ctr">
              <a:spcAft>
                <a:spcPts val="0"/>
              </a:spcAft>
              <a:buNone/>
            </a:pPr>
            <a:r>
              <a:rPr sz="1500" b="1" i="0">
                <a:solidFill>
                  <a:srgbClr val="FFFFFF"/>
                </a:solidFill>
                <a:latin typeface="Arial"/>
              </a:rPr>
              <a:t>Performance</a:t>
            </a:r>
          </a:p>
        </p:txBody>
      </p:sp>
      <p:sp>
        <p:nvSpPr>
          <p:cNvPr id="5" name="Rounded Rectangle 4"/>
          <p:cNvSpPr/>
          <p:nvPr/>
        </p:nvSpPr>
        <p:spPr>
          <a:xfrm>
            <a:off x="868680" y="2240280"/>
            <a:ext cx="3337560" cy="1737360"/>
          </a:xfrm>
          <a:prstGeom prst="roundRect">
            <a:avLst>
              <a:gd name="adj" fmla="val 3000"/>
            </a:avLst>
          </a:prstGeom>
          <a:solidFill>
            <a:srgbClr val="FBE5D6"/>
          </a:solidFill>
          <a:ln w="12700">
            <a:solidFill>
              <a:srgbClr val="F8CBAD"/>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54864">
            <a:noAutofit/>
          </a:bodyPr>
          <a:lstStyle/>
          <a:p>
            <a:pPr algn="l" marL="201168" indent="-201168">
              <a:spcAft>
                <a:spcPts val="600"/>
              </a:spcAft>
              <a:buFont typeface="Arial"/>
              <a:buChar char="•"/>
            </a:pPr>
            <a:r>
              <a:rPr sz="1300" b="0" i="0">
                <a:solidFill>
                  <a:srgbClr val="1F1F1F"/>
                </a:solidFill>
                <a:latin typeface="Arial"/>
              </a:rPr>
              <a:t>Live stream capped at 24 FPS for smooth playback</a:t>
            </a:r>
          </a:p>
          <a:p>
            <a:pPr marL="201168" indent="-201168" algn="l">
              <a:spcAft>
                <a:spcPts val="600"/>
              </a:spcAft>
              <a:buFont typeface="Arial"/>
              <a:buChar char="•"/>
            </a:pPr>
            <a:r>
              <a:rPr sz="1300" b="0" i="0">
                <a:solidFill>
                  <a:srgbClr val="1F1F1F"/>
                </a:solidFill>
                <a:latin typeface="Arial"/>
              </a:rPr>
              <a:t>Fire inference every 0.18 s and violence every 0.3 s on background threads</a:t>
            </a:r>
          </a:p>
          <a:p>
            <a:pPr marL="201168" indent="-201168" algn="l">
              <a:spcAft>
                <a:spcPts val="600"/>
              </a:spcAft>
              <a:buFont typeface="Arial"/>
              <a:buChar char="•"/>
            </a:pPr>
            <a:r>
              <a:rPr sz="1300" b="0" i="0">
                <a:solidFill>
                  <a:srgbClr val="1F1F1F"/>
                </a:solidFill>
                <a:latin typeface="Arial"/>
              </a:rPr>
              <a:t>Alerts reach connected users in real time over WebSockets</a:t>
            </a:r>
          </a:p>
        </p:txBody>
      </p:sp>
      <p:sp>
        <p:nvSpPr>
          <p:cNvPr id="6" name="Rounded Rectangle 5"/>
          <p:cNvSpPr/>
          <p:nvPr/>
        </p:nvSpPr>
        <p:spPr>
          <a:xfrm>
            <a:off x="4389120" y="1737360"/>
            <a:ext cx="3337560" cy="457200"/>
          </a:xfrm>
          <a:prstGeom prst="roundRect">
            <a:avLst>
              <a:gd name="adj" fmla="val 5000"/>
            </a:avLst>
          </a:prstGeom>
          <a:solidFill>
            <a:srgbClr val="0E5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noAutofit/>
          </a:bodyPr>
          <a:lstStyle/>
          <a:p>
            <a:pPr algn="ctr">
              <a:spcAft>
                <a:spcPts val="0"/>
              </a:spcAft>
              <a:buNone/>
            </a:pPr>
            <a:r>
              <a:rPr sz="1500" b="1" i="0">
                <a:solidFill>
                  <a:srgbClr val="FFFFFF"/>
                </a:solidFill>
                <a:latin typeface="Arial"/>
              </a:rPr>
              <a:t>Security</a:t>
            </a:r>
          </a:p>
        </p:txBody>
      </p:sp>
      <p:sp>
        <p:nvSpPr>
          <p:cNvPr id="7" name="Rounded Rectangle 6"/>
          <p:cNvSpPr/>
          <p:nvPr/>
        </p:nvSpPr>
        <p:spPr>
          <a:xfrm>
            <a:off x="4389120" y="2240280"/>
            <a:ext cx="3337560" cy="1737360"/>
          </a:xfrm>
          <a:prstGeom prst="roundRect">
            <a:avLst>
              <a:gd name="adj" fmla="val 3000"/>
            </a:avLst>
          </a:prstGeom>
          <a:solidFill>
            <a:srgbClr val="FBE5D6"/>
          </a:solidFill>
          <a:ln w="12700">
            <a:solidFill>
              <a:srgbClr val="F8CBAD"/>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54864">
            <a:noAutofit/>
          </a:bodyPr>
          <a:lstStyle/>
          <a:p>
            <a:pPr algn="l" marL="201168" indent="-201168">
              <a:spcAft>
                <a:spcPts val="600"/>
              </a:spcAft>
              <a:buFont typeface="Arial"/>
              <a:buChar char="•"/>
            </a:pPr>
            <a:r>
              <a:rPr sz="1300" b="0" i="0">
                <a:solidFill>
                  <a:srgbClr val="1F1F1F"/>
                </a:solidFill>
                <a:latin typeface="Arial"/>
              </a:rPr>
              <a:t>Passwords hashed with bcrypt; uploads limited to 10 MB</a:t>
            </a:r>
          </a:p>
          <a:p>
            <a:pPr marL="201168" indent="-201168" algn="l">
              <a:spcAft>
                <a:spcPts val="600"/>
              </a:spcAft>
              <a:buFont typeface="Arial"/>
              <a:buChar char="•"/>
            </a:pPr>
            <a:r>
              <a:rPr sz="1300" b="0" i="0">
                <a:solidFill>
                  <a:srgbClr val="1F1F1F"/>
                </a:solidFill>
                <a:latin typeface="Arial"/>
              </a:rPr>
              <a:t>JWT tokens (12 h) with role checks on every API route and socket</a:t>
            </a:r>
          </a:p>
          <a:p>
            <a:pPr marL="201168" indent="-201168" algn="l">
              <a:spcAft>
                <a:spcPts val="600"/>
              </a:spcAft>
              <a:buFont typeface="Arial"/>
              <a:buChar char="•"/>
            </a:pPr>
            <a:r>
              <a:rPr sz="1300" b="0" i="0">
                <a:solidFill>
                  <a:srgbClr val="1F1F1F"/>
                </a:solidFill>
                <a:latin typeface="Arial"/>
              </a:rPr>
              <a:t>Volunteer login needs a face match (distance ≤ 0.5)</a:t>
            </a:r>
          </a:p>
        </p:txBody>
      </p:sp>
      <p:sp>
        <p:nvSpPr>
          <p:cNvPr id="8" name="Rounded Rectangle 7"/>
          <p:cNvSpPr/>
          <p:nvPr/>
        </p:nvSpPr>
        <p:spPr>
          <a:xfrm>
            <a:off x="7909560" y="1737360"/>
            <a:ext cx="3337560" cy="457200"/>
          </a:xfrm>
          <a:prstGeom prst="roundRect">
            <a:avLst>
              <a:gd name="adj" fmla="val 5000"/>
            </a:avLst>
          </a:prstGeom>
          <a:solidFill>
            <a:srgbClr val="0E5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noAutofit/>
          </a:bodyPr>
          <a:lstStyle/>
          <a:p>
            <a:pPr algn="ctr">
              <a:spcAft>
                <a:spcPts val="0"/>
              </a:spcAft>
              <a:buNone/>
            </a:pPr>
            <a:r>
              <a:rPr sz="1500" b="1" i="0">
                <a:solidFill>
                  <a:srgbClr val="FFFFFF"/>
                </a:solidFill>
                <a:latin typeface="Arial"/>
              </a:rPr>
              <a:t>Reliability</a:t>
            </a:r>
          </a:p>
        </p:txBody>
      </p:sp>
      <p:sp>
        <p:nvSpPr>
          <p:cNvPr id="9" name="Rounded Rectangle 8"/>
          <p:cNvSpPr/>
          <p:nvPr/>
        </p:nvSpPr>
        <p:spPr>
          <a:xfrm>
            <a:off x="7909560" y="2240280"/>
            <a:ext cx="3337560" cy="1737360"/>
          </a:xfrm>
          <a:prstGeom prst="roundRect">
            <a:avLst>
              <a:gd name="adj" fmla="val 3000"/>
            </a:avLst>
          </a:prstGeom>
          <a:solidFill>
            <a:srgbClr val="FBE5D6"/>
          </a:solidFill>
          <a:ln w="12700">
            <a:solidFill>
              <a:srgbClr val="F8CBAD"/>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54864">
            <a:noAutofit/>
          </a:bodyPr>
          <a:lstStyle/>
          <a:p>
            <a:pPr algn="l" marL="201168" indent="-201168">
              <a:spcAft>
                <a:spcPts val="600"/>
              </a:spcAft>
              <a:buFont typeface="Arial"/>
              <a:buChar char="•"/>
            </a:pPr>
            <a:r>
              <a:rPr sz="1300" b="0" i="0">
                <a:solidFill>
                  <a:srgbClr val="1F1F1F"/>
                </a:solidFill>
                <a:latin typeface="Arial"/>
              </a:rPr>
              <a:t>Detection events de-duplicated with a 10 s cooldown</a:t>
            </a:r>
          </a:p>
          <a:p>
            <a:pPr marL="201168" indent="-201168" algn="l">
              <a:spcAft>
                <a:spcPts val="600"/>
              </a:spcAft>
              <a:buFont typeface="Arial"/>
              <a:buChar char="•"/>
            </a:pPr>
            <a:r>
              <a:rPr sz="1300" b="0" i="0">
                <a:solidFill>
                  <a:srgbClr val="1F1F1F"/>
                </a:solidFill>
                <a:latin typeface="Arial"/>
              </a:rPr>
              <a:t>Temporary search files cleaned up after every request</a:t>
            </a:r>
          </a:p>
          <a:p>
            <a:pPr marL="201168" indent="-201168" algn="l">
              <a:spcAft>
                <a:spcPts val="600"/>
              </a:spcAft>
              <a:buFont typeface="Arial"/>
              <a:buChar char="•"/>
            </a:pPr>
            <a:r>
              <a:rPr sz="1300" b="0" i="0">
                <a:solidFill>
                  <a:srgbClr val="1F1F1F"/>
                </a:solidFill>
                <a:latin typeface="Arial"/>
              </a:rPr>
              <a:t>Failures return clear error messages to the user</a:t>
            </a:r>
          </a:p>
        </p:txBody>
      </p:sp>
      <p:sp>
        <p:nvSpPr>
          <p:cNvPr id="10" name="Rounded Rectangle 9"/>
          <p:cNvSpPr/>
          <p:nvPr/>
        </p:nvSpPr>
        <p:spPr>
          <a:xfrm>
            <a:off x="868680" y="4114800"/>
            <a:ext cx="3337560" cy="457200"/>
          </a:xfrm>
          <a:prstGeom prst="roundRect">
            <a:avLst>
              <a:gd name="adj" fmla="val 5000"/>
            </a:avLst>
          </a:prstGeom>
          <a:solidFill>
            <a:srgbClr val="0E5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noAutofit/>
          </a:bodyPr>
          <a:lstStyle/>
          <a:p>
            <a:pPr algn="ctr">
              <a:spcAft>
                <a:spcPts val="0"/>
              </a:spcAft>
              <a:buNone/>
            </a:pPr>
            <a:r>
              <a:rPr sz="1500" b="1" i="0">
                <a:solidFill>
                  <a:srgbClr val="FFFFFF"/>
                </a:solidFill>
                <a:latin typeface="Arial"/>
              </a:rPr>
              <a:t>Usability</a:t>
            </a:r>
          </a:p>
        </p:txBody>
      </p:sp>
      <p:sp>
        <p:nvSpPr>
          <p:cNvPr id="11" name="Rounded Rectangle 10"/>
          <p:cNvSpPr/>
          <p:nvPr/>
        </p:nvSpPr>
        <p:spPr>
          <a:xfrm>
            <a:off x="868680" y="4617720"/>
            <a:ext cx="3337560" cy="1737360"/>
          </a:xfrm>
          <a:prstGeom prst="roundRect">
            <a:avLst>
              <a:gd name="adj" fmla="val 3000"/>
            </a:avLst>
          </a:prstGeom>
          <a:solidFill>
            <a:srgbClr val="FBE5D6"/>
          </a:solidFill>
          <a:ln w="12700">
            <a:solidFill>
              <a:srgbClr val="F8CBAD"/>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54864">
            <a:noAutofit/>
          </a:bodyPr>
          <a:lstStyle/>
          <a:p>
            <a:pPr algn="l" marL="201168" indent="-201168">
              <a:spcAft>
                <a:spcPts val="600"/>
              </a:spcAft>
              <a:buFont typeface="Arial"/>
              <a:buChar char="•"/>
            </a:pPr>
            <a:r>
              <a:rPr sz="1300" b="0" i="0">
                <a:solidFill>
                  <a:srgbClr val="1F1F1F"/>
                </a:solidFill>
                <a:latin typeface="Arial"/>
              </a:rPr>
              <a:t>Separate, focused dashboard for each role</a:t>
            </a:r>
          </a:p>
          <a:p>
            <a:pPr marL="201168" indent="-201168" algn="l">
              <a:spcAft>
                <a:spcPts val="600"/>
              </a:spcAft>
              <a:buFont typeface="Arial"/>
              <a:buChar char="•"/>
            </a:pPr>
            <a:r>
              <a:rPr sz="1300" b="0" i="0">
                <a:solidFill>
                  <a:srgbClr val="1F1F1F"/>
                </a:solidFill>
                <a:latin typeface="Arial"/>
              </a:rPr>
              <a:t>Map-based views (Leaflet) for alerts, volunteers and exits</a:t>
            </a:r>
          </a:p>
          <a:p>
            <a:pPr marL="201168" indent="-201168" algn="l">
              <a:spcAft>
                <a:spcPts val="600"/>
              </a:spcAft>
              <a:buFont typeface="Arial"/>
              <a:buChar char="•"/>
            </a:pPr>
            <a:r>
              <a:rPr sz="1300" b="0" i="0">
                <a:solidFill>
                  <a:srgbClr val="1F1F1F"/>
                </a:solidFill>
                <a:latin typeface="Arial"/>
              </a:rPr>
              <a:t>Audible alarm and pop-up when the camera detects an incident</a:t>
            </a:r>
          </a:p>
        </p:txBody>
      </p:sp>
      <p:sp>
        <p:nvSpPr>
          <p:cNvPr id="12" name="Rounded Rectangle 11"/>
          <p:cNvSpPr/>
          <p:nvPr/>
        </p:nvSpPr>
        <p:spPr>
          <a:xfrm>
            <a:off x="4389120" y="4114800"/>
            <a:ext cx="3337560" cy="457200"/>
          </a:xfrm>
          <a:prstGeom prst="roundRect">
            <a:avLst>
              <a:gd name="adj" fmla="val 5000"/>
            </a:avLst>
          </a:prstGeom>
          <a:solidFill>
            <a:srgbClr val="0E5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noAutofit/>
          </a:bodyPr>
          <a:lstStyle/>
          <a:p>
            <a:pPr algn="ctr">
              <a:spcAft>
                <a:spcPts val="0"/>
              </a:spcAft>
              <a:buNone/>
            </a:pPr>
            <a:r>
              <a:rPr sz="1500" b="1" i="0">
                <a:solidFill>
                  <a:srgbClr val="FFFFFF"/>
                </a:solidFill>
                <a:latin typeface="Arial"/>
              </a:rPr>
              <a:t>Scalability &amp; Maintainability</a:t>
            </a:r>
          </a:p>
        </p:txBody>
      </p:sp>
      <p:sp>
        <p:nvSpPr>
          <p:cNvPr id="13" name="Rounded Rectangle 12"/>
          <p:cNvSpPr/>
          <p:nvPr/>
        </p:nvSpPr>
        <p:spPr>
          <a:xfrm>
            <a:off x="4389120" y="4617720"/>
            <a:ext cx="3337560" cy="1737360"/>
          </a:xfrm>
          <a:prstGeom prst="roundRect">
            <a:avLst>
              <a:gd name="adj" fmla="val 3000"/>
            </a:avLst>
          </a:prstGeom>
          <a:solidFill>
            <a:srgbClr val="FBE5D6"/>
          </a:solidFill>
          <a:ln w="12700">
            <a:solidFill>
              <a:srgbClr val="F8CBAD"/>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54864">
            <a:noAutofit/>
          </a:bodyPr>
          <a:lstStyle/>
          <a:p>
            <a:pPr algn="l" marL="201168" indent="-201168">
              <a:spcAft>
                <a:spcPts val="600"/>
              </a:spcAft>
              <a:buFont typeface="Arial"/>
              <a:buChar char="•"/>
            </a:pPr>
            <a:r>
              <a:rPr sz="1300" b="0" i="0">
                <a:solidFill>
                  <a:srgbClr val="1F1F1F"/>
                </a:solidFill>
                <a:latin typeface="Arial"/>
              </a:rPr>
              <a:t>Independent services (Express, FastAPI, Flask) that scale and update separately</a:t>
            </a:r>
          </a:p>
          <a:p>
            <a:pPr marL="201168" indent="-201168" algn="l">
              <a:spcAft>
                <a:spcPts val="600"/>
              </a:spcAft>
              <a:buFont typeface="Arial"/>
              <a:buChar char="•"/>
            </a:pPr>
            <a:r>
              <a:rPr sz="1300" b="0" i="0">
                <a:solidFill>
                  <a:srgbClr val="1F1F1F"/>
                </a:solidFill>
                <a:latin typeface="Arial"/>
              </a:rPr>
              <a:t>Cloud database (MongoDB Atlas)</a:t>
            </a:r>
          </a:p>
          <a:p>
            <a:pPr marL="201168" indent="-201168" algn="l">
              <a:spcAft>
                <a:spcPts val="600"/>
              </a:spcAft>
              <a:buFont typeface="Arial"/>
              <a:buChar char="•"/>
            </a:pPr>
            <a:r>
              <a:rPr sz="1300" b="0" i="0">
                <a:solidFill>
                  <a:srgbClr val="1F1F1F"/>
                </a:solidFill>
                <a:latin typeface="Arial"/>
              </a:rPr>
              <a:t>New AI detectors plug into the live detection service</a:t>
            </a:r>
          </a:p>
        </p:txBody>
      </p:sp>
      <p:sp>
        <p:nvSpPr>
          <p:cNvPr id="14" name="Rounded Rectangle 13"/>
          <p:cNvSpPr/>
          <p:nvPr/>
        </p:nvSpPr>
        <p:spPr>
          <a:xfrm>
            <a:off x="7909560" y="4114800"/>
            <a:ext cx="3337560" cy="457200"/>
          </a:xfrm>
          <a:prstGeom prst="roundRect">
            <a:avLst>
              <a:gd name="adj" fmla="val 5000"/>
            </a:avLst>
          </a:prstGeom>
          <a:solidFill>
            <a:srgbClr val="0E5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noAutofit/>
          </a:bodyPr>
          <a:lstStyle/>
          <a:p>
            <a:pPr algn="ctr">
              <a:spcAft>
                <a:spcPts val="0"/>
              </a:spcAft>
              <a:buNone/>
            </a:pPr>
            <a:r>
              <a:rPr sz="1500" b="1" i="0">
                <a:solidFill>
                  <a:srgbClr val="FFFFFF"/>
                </a:solidFill>
                <a:latin typeface="Arial"/>
              </a:rPr>
              <a:t>Portability</a:t>
            </a:r>
          </a:p>
        </p:txBody>
      </p:sp>
      <p:sp>
        <p:nvSpPr>
          <p:cNvPr id="15" name="Rounded Rectangle 14"/>
          <p:cNvSpPr/>
          <p:nvPr/>
        </p:nvSpPr>
        <p:spPr>
          <a:xfrm>
            <a:off x="7909560" y="4617720"/>
            <a:ext cx="3337560" cy="1737360"/>
          </a:xfrm>
          <a:prstGeom prst="roundRect">
            <a:avLst>
              <a:gd name="adj" fmla="val 3000"/>
            </a:avLst>
          </a:prstGeom>
          <a:solidFill>
            <a:srgbClr val="FBE5D6"/>
          </a:solidFill>
          <a:ln w="12700">
            <a:solidFill>
              <a:srgbClr val="F8CBAD"/>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54864">
            <a:noAutofit/>
          </a:bodyPr>
          <a:lstStyle/>
          <a:p>
            <a:pPr algn="l" marL="201168" indent="-201168">
              <a:spcAft>
                <a:spcPts val="600"/>
              </a:spcAft>
              <a:buFont typeface="Arial"/>
              <a:buChar char="•"/>
            </a:pPr>
            <a:r>
              <a:rPr sz="1300" b="0" i="0">
                <a:solidFill>
                  <a:srgbClr val="1F1F1F"/>
                </a:solidFill>
                <a:latin typeface="Arial"/>
              </a:rPr>
              <a:t>Runs in any modern browser on desktop or mobile</a:t>
            </a:r>
          </a:p>
          <a:p>
            <a:pPr marL="201168" indent="-201168" algn="l">
              <a:spcAft>
                <a:spcPts val="600"/>
              </a:spcAft>
              <a:buFont typeface="Arial"/>
              <a:buChar char="•"/>
            </a:pPr>
            <a:r>
              <a:rPr sz="1300" b="0" i="0">
                <a:solidFill>
                  <a:srgbClr val="1F1F1F"/>
                </a:solidFill>
                <a:latin typeface="Arial"/>
              </a:rPr>
              <a:t>Services run on Windows, macOS or Linux</a:t>
            </a:r>
          </a:p>
          <a:p>
            <a:pPr marL="201168" indent="-201168" algn="l">
              <a:spcAft>
                <a:spcPts val="600"/>
              </a:spcAft>
              <a:buFont typeface="Arial"/>
              <a:buChar char="•"/>
            </a:pPr>
            <a:r>
              <a:rPr sz="1300" b="0" i="0">
                <a:solidFill>
                  <a:srgbClr val="1F1F1F"/>
                </a:solidFill>
                <a:latin typeface="Arial"/>
              </a:rPr>
              <a:t>Any HTTP / MJPEG camera can be the video source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b="1"/>
              <a:t>Software Requirements Specification</a:t>
            </a:r>
          </a:p>
        </p:txBody>
      </p:sp>
      <p:sp>
        <p:nvSpPr>
          <p:cNvPr id="3" name="TextBox 2"/>
          <p:cNvSpPr txBox="1"/>
          <p:nvPr/>
        </p:nvSpPr>
        <p:spPr>
          <a:xfrm>
            <a:off x="868680" y="1234440"/>
            <a:ext cx="5212080" cy="420624"/>
          </a:xfrm>
          <a:prstGeom prst="rect">
            <a:avLst/>
          </a:prstGeom>
          <a:noFill/>
        </p:spPr>
        <p:txBody>
          <a:bodyPr wrap="square" anchor="t" tIns="54864" bIns="54864">
            <a:noAutofit/>
          </a:bodyPr>
          <a:lstStyle/>
          <a:p>
            <a:pPr algn="l">
              <a:spcAft>
                <a:spcPts val="200"/>
              </a:spcAft>
              <a:buNone/>
            </a:pPr>
            <a:r>
              <a:rPr sz="1800" b="1" i="0">
                <a:solidFill>
                  <a:srgbClr val="0E5E63"/>
                </a:solidFill>
                <a:latin typeface="Arial"/>
              </a:rPr>
              <a:t>Software Requirements</a:t>
            </a:r>
          </a:p>
        </p:txBody>
      </p:sp>
      <p:graphicFrame>
        <p:nvGraphicFramePr>
          <p:cNvPr id="4" name="Table 3"/>
          <p:cNvGraphicFramePr>
            <a:graphicFrameLocks noGrp="1"/>
          </p:cNvGraphicFramePr>
          <p:nvPr/>
        </p:nvGraphicFramePr>
        <p:xfrm>
          <a:off x="868680" y="1645920"/>
          <a:ext cx="5257800" cy="4590288"/>
        </p:xfrm>
        <a:graphic>
          <a:graphicData uri="http://schemas.openxmlformats.org/drawingml/2006/table">
            <a:tbl>
              <a:tblPr firstRow="1" bandRow="0">
                <a:tableStyleId>{5C22544A-7EE6-4342-B048-85BDC9FD1C3A}</a:tableStyleId>
              </a:tblPr>
              <a:tblGrid>
                <a:gridCol w="1325880"/>
                <a:gridCol w="3931920"/>
              </a:tblGrid>
              <a:tr h="365760">
                <a:tc>
                  <a:txBody>
                    <a:bodyPr wrap="square"/>
                    <a:lstStyle/>
                    <a:p>
                      <a:r>
                        <a:rPr sz="1300" b="1">
                          <a:solidFill>
                            <a:srgbClr val="FFFFFF"/>
                          </a:solidFill>
                          <a:latin typeface="Arial"/>
                        </a:rPr>
                        <a:t>Category</a:t>
                      </a:r>
                    </a:p>
                  </a:txBody>
                  <a:tcPr marL="64008" marR="64008" marT="27432" marB="27432" anchor="ctr">
                    <a:solidFill>
                      <a:srgbClr val="0E5E63"/>
                    </a:solidFill>
                  </a:tcPr>
                </a:tc>
                <a:tc>
                  <a:txBody>
                    <a:bodyPr wrap="square"/>
                    <a:lstStyle/>
                    <a:p>
                      <a:r>
                        <a:rPr sz="1300" b="1">
                          <a:solidFill>
                            <a:srgbClr val="FFFFFF"/>
                          </a:solidFill>
                          <a:latin typeface="Arial"/>
                        </a:rPr>
                        <a:t>Requirement</a:t>
                      </a:r>
                    </a:p>
                  </a:txBody>
                  <a:tcPr marL="64008" marR="64008" marT="27432" marB="27432" anchor="ctr">
                    <a:solidFill>
                      <a:srgbClr val="0E5E63"/>
                    </a:solidFill>
                  </a:tcPr>
                </a:tc>
              </a:tr>
              <a:tr h="603504">
                <a:tc>
                  <a:txBody>
                    <a:bodyPr wrap="square"/>
                    <a:lstStyle/>
                    <a:p>
                      <a:r>
                        <a:rPr sz="1150" b="1">
                          <a:solidFill>
                            <a:srgbClr val="1F1F1F"/>
                          </a:solidFill>
                          <a:latin typeface="Arial"/>
                        </a:rPr>
                        <a:t>Operating system</a:t>
                      </a:r>
                    </a:p>
                  </a:txBody>
                  <a:tcPr marL="64008" marR="64008" marT="27432" marB="27432" anchor="ctr">
                    <a:solidFill>
                      <a:srgbClr val="FBE5D6"/>
                    </a:solidFill>
                  </a:tcPr>
                </a:tc>
                <a:tc>
                  <a:txBody>
                    <a:bodyPr wrap="square"/>
                    <a:lstStyle/>
                    <a:p>
                      <a:r>
                        <a:rPr sz="1150" b="0">
                          <a:solidFill>
                            <a:srgbClr val="1F1F1F"/>
                          </a:solidFill>
                          <a:latin typeface="Arial"/>
                        </a:rPr>
                        <a:t>Windows 10/11, macOS or Linux (64-bit)</a:t>
                      </a:r>
                    </a:p>
                  </a:txBody>
                  <a:tcPr marL="64008" marR="64008" marT="27432" marB="27432" anchor="ctr">
                    <a:solidFill>
                      <a:srgbClr val="FBE5D6"/>
                    </a:solidFill>
                  </a:tcPr>
                </a:tc>
              </a:tr>
              <a:tr h="603504">
                <a:tc>
                  <a:txBody>
                    <a:bodyPr wrap="square"/>
                    <a:lstStyle/>
                    <a:p>
                      <a:r>
                        <a:rPr sz="1150" b="1">
                          <a:solidFill>
                            <a:srgbClr val="1F1F1F"/>
                          </a:solidFill>
                          <a:latin typeface="Arial"/>
                        </a:rPr>
                        <a:t>Frontend</a:t>
                      </a:r>
                    </a:p>
                  </a:txBody>
                  <a:tcPr marL="64008" marR="64008" marT="27432" marB="27432" anchor="ctr">
                    <a:solidFill>
                      <a:srgbClr val="FFFFFF"/>
                    </a:solidFill>
                  </a:tcPr>
                </a:tc>
                <a:tc>
                  <a:txBody>
                    <a:bodyPr wrap="square"/>
                    <a:lstStyle/>
                    <a:p>
                      <a:r>
                        <a:rPr sz="1150" b="0">
                          <a:solidFill>
                            <a:srgbClr val="1F1F1F"/>
                          </a:solidFill>
                          <a:latin typeface="Arial"/>
                        </a:rPr>
                        <a:t>React 18, Vite 5, Tailwind CSS 3, Leaflet, Recharts, Socket.IO client, face-api.js 0.22</a:t>
                      </a:r>
                    </a:p>
                  </a:txBody>
                  <a:tcPr marL="64008" marR="64008" marT="27432" marB="27432" anchor="ctr">
                    <a:solidFill>
                      <a:srgbClr val="FFFFFF"/>
                    </a:solidFill>
                  </a:tcPr>
                </a:tc>
              </a:tr>
              <a:tr h="603504">
                <a:tc>
                  <a:txBody>
                    <a:bodyPr wrap="square"/>
                    <a:lstStyle/>
                    <a:p>
                      <a:r>
                        <a:rPr sz="1150" b="1">
                          <a:solidFill>
                            <a:srgbClr val="1F1F1F"/>
                          </a:solidFill>
                          <a:latin typeface="Arial"/>
                        </a:rPr>
                        <a:t>Backend</a:t>
                      </a:r>
                    </a:p>
                  </a:txBody>
                  <a:tcPr marL="64008" marR="64008" marT="27432" marB="27432" anchor="ctr">
                    <a:solidFill>
                      <a:srgbClr val="FBE5D6"/>
                    </a:solidFill>
                  </a:tcPr>
                </a:tc>
                <a:tc>
                  <a:txBody>
                    <a:bodyPr wrap="square"/>
                    <a:lstStyle/>
                    <a:p>
                      <a:r>
                        <a:rPr sz="1150" b="0">
                          <a:solidFill>
                            <a:srgbClr val="1F1F1F"/>
                          </a:solidFill>
                          <a:latin typeface="Arial"/>
                        </a:rPr>
                        <a:t>Node.js 18+, Express 5, Mongoose 8, Socket.IO 4, jsonwebtoken, bcryptjs, Multer</a:t>
                      </a:r>
                    </a:p>
                  </a:txBody>
                  <a:tcPr marL="64008" marR="64008" marT="27432" marB="27432" anchor="ctr">
                    <a:solidFill>
                      <a:srgbClr val="FBE5D6"/>
                    </a:solidFill>
                  </a:tcPr>
                </a:tc>
              </a:tr>
              <a:tr h="603504">
                <a:tc>
                  <a:txBody>
                    <a:bodyPr wrap="square"/>
                    <a:lstStyle/>
                    <a:p>
                      <a:r>
                        <a:rPr sz="1150" b="1">
                          <a:solidFill>
                            <a:srgbClr val="1F1F1F"/>
                          </a:solidFill>
                          <a:latin typeface="Arial"/>
                        </a:rPr>
                        <a:t>AI / ML</a:t>
                      </a:r>
                    </a:p>
                  </a:txBody>
                  <a:tcPr marL="64008" marR="64008" marT="27432" marB="27432" anchor="ctr">
                    <a:solidFill>
                      <a:srgbClr val="FFFFFF"/>
                    </a:solidFill>
                  </a:tcPr>
                </a:tc>
                <a:tc>
                  <a:txBody>
                    <a:bodyPr wrap="square"/>
                    <a:lstStyle/>
                    <a:p>
                      <a:r>
                        <a:rPr sz="1150" b="0">
                          <a:solidFill>
                            <a:srgbClr val="1F1F1F"/>
                          </a:solidFill>
                          <a:latin typeface="Arial"/>
                        </a:rPr>
                        <a:t>Python 3.11+, PyTorch, Ultralytics YOLOv8, OpenAI CLIP, facenet-pytorch, OpenCV, scikit-learn</a:t>
                      </a:r>
                    </a:p>
                  </a:txBody>
                  <a:tcPr marL="64008" marR="64008" marT="27432" marB="27432" anchor="ctr">
                    <a:solidFill>
                      <a:srgbClr val="FFFFFF"/>
                    </a:solidFill>
                  </a:tcPr>
                </a:tc>
              </a:tr>
              <a:tr h="603504">
                <a:tc>
                  <a:txBody>
                    <a:bodyPr wrap="square"/>
                    <a:lstStyle/>
                    <a:p>
                      <a:r>
                        <a:rPr sz="1150" b="1">
                          <a:solidFill>
                            <a:srgbClr val="1F1F1F"/>
                          </a:solidFill>
                          <a:latin typeface="Arial"/>
                        </a:rPr>
                        <a:t>AI services</a:t>
                      </a:r>
                    </a:p>
                  </a:txBody>
                  <a:tcPr marL="64008" marR="64008" marT="27432" marB="27432" anchor="ctr">
                    <a:solidFill>
                      <a:srgbClr val="FBE5D6"/>
                    </a:solidFill>
                  </a:tcPr>
                </a:tc>
                <a:tc>
                  <a:txBody>
                    <a:bodyPr wrap="square"/>
                    <a:lstStyle/>
                    <a:p>
                      <a:r>
                        <a:rPr sz="1150" b="0">
                          <a:solidFill>
                            <a:srgbClr val="1F1F1F"/>
                          </a:solidFill>
                          <a:latin typeface="Arial"/>
                        </a:rPr>
                        <a:t>FastAPI + Uvicorn, Flask + Flask-CORS</a:t>
                      </a:r>
                    </a:p>
                  </a:txBody>
                  <a:tcPr marL="64008" marR="64008" marT="27432" marB="27432" anchor="ctr">
                    <a:solidFill>
                      <a:srgbClr val="FBE5D6"/>
                    </a:solidFill>
                  </a:tcPr>
                </a:tc>
              </a:tr>
              <a:tr h="603504">
                <a:tc>
                  <a:txBody>
                    <a:bodyPr wrap="square"/>
                    <a:lstStyle/>
                    <a:p>
                      <a:r>
                        <a:rPr sz="1150" b="1">
                          <a:solidFill>
                            <a:srgbClr val="1F1F1F"/>
                          </a:solidFill>
                          <a:latin typeface="Arial"/>
                        </a:rPr>
                        <a:t>Database &amp; APIs</a:t>
                      </a:r>
                    </a:p>
                  </a:txBody>
                  <a:tcPr marL="64008" marR="64008" marT="27432" marB="27432" anchor="ctr">
                    <a:solidFill>
                      <a:srgbClr val="FFFFFF"/>
                    </a:solidFill>
                  </a:tcPr>
                </a:tc>
                <a:tc>
                  <a:txBody>
                    <a:bodyPr wrap="square"/>
                    <a:lstStyle/>
                    <a:p>
                      <a:r>
                        <a:rPr sz="1150" b="0">
                          <a:solidFill>
                            <a:srgbClr val="1F1F1F"/>
                          </a:solidFill>
                          <a:latin typeface="Arial"/>
                        </a:rPr>
                        <a:t>MongoDB Atlas, Google Gemini API (gemini-2.5-flash)</a:t>
                      </a:r>
                    </a:p>
                  </a:txBody>
                  <a:tcPr marL="64008" marR="64008" marT="27432" marB="27432" anchor="ctr">
                    <a:solidFill>
                      <a:srgbClr val="FFFFFF"/>
                    </a:solidFill>
                  </a:tcPr>
                </a:tc>
              </a:tr>
              <a:tr h="603504">
                <a:tc>
                  <a:txBody>
                    <a:bodyPr wrap="square"/>
                    <a:lstStyle/>
                    <a:p>
                      <a:r>
                        <a:rPr sz="1150" b="1">
                          <a:solidFill>
                            <a:srgbClr val="1F1F1F"/>
                          </a:solidFill>
                          <a:latin typeface="Arial"/>
                        </a:rPr>
                        <a:t>Client tools</a:t>
                      </a:r>
                    </a:p>
                  </a:txBody>
                  <a:tcPr marL="64008" marR="64008" marT="27432" marB="27432" anchor="ctr">
                    <a:solidFill>
                      <a:srgbClr val="FBE5D6"/>
                    </a:solidFill>
                  </a:tcPr>
                </a:tc>
                <a:tc>
                  <a:txBody>
                    <a:bodyPr wrap="square"/>
                    <a:lstStyle/>
                    <a:p>
                      <a:r>
                        <a:rPr sz="1150" b="0">
                          <a:solidFill>
                            <a:srgbClr val="1F1F1F"/>
                          </a:solidFill>
                          <a:latin typeface="Arial"/>
                        </a:rPr>
                        <a:t>Chrome / Edge / Firefox; IP Webcam app (Android)</a:t>
                      </a:r>
                    </a:p>
                  </a:txBody>
                  <a:tcPr marL="64008" marR="64008" marT="27432" marB="27432" anchor="ctr">
                    <a:solidFill>
                      <a:srgbClr val="FBE5D6"/>
                    </a:solidFill>
                  </a:tcPr>
                </a:tc>
              </a:tr>
            </a:tbl>
          </a:graphicData>
        </a:graphic>
      </p:graphicFrame>
      <p:sp>
        <p:nvSpPr>
          <p:cNvPr id="5" name="TextBox 4"/>
          <p:cNvSpPr txBox="1"/>
          <p:nvPr/>
        </p:nvSpPr>
        <p:spPr>
          <a:xfrm>
            <a:off x="6355080" y="1234440"/>
            <a:ext cx="4937760" cy="420624"/>
          </a:xfrm>
          <a:prstGeom prst="rect">
            <a:avLst/>
          </a:prstGeom>
          <a:noFill/>
        </p:spPr>
        <p:txBody>
          <a:bodyPr wrap="square" anchor="t" tIns="54864" bIns="54864">
            <a:noAutofit/>
          </a:bodyPr>
          <a:lstStyle/>
          <a:p>
            <a:pPr algn="l">
              <a:spcAft>
                <a:spcPts val="200"/>
              </a:spcAft>
              <a:buNone/>
            </a:pPr>
            <a:r>
              <a:rPr sz="1800" b="1" i="0">
                <a:solidFill>
                  <a:srgbClr val="0E5E63"/>
                </a:solidFill>
                <a:latin typeface="Arial"/>
              </a:rPr>
              <a:t>Hardware Requirements</a:t>
            </a:r>
          </a:p>
        </p:txBody>
      </p:sp>
      <p:graphicFrame>
        <p:nvGraphicFramePr>
          <p:cNvPr id="6" name="Table 5"/>
          <p:cNvGraphicFramePr>
            <a:graphicFrameLocks noGrp="1"/>
          </p:cNvGraphicFramePr>
          <p:nvPr/>
        </p:nvGraphicFramePr>
        <p:xfrm>
          <a:off x="6355080" y="1645920"/>
          <a:ext cx="4937760" cy="4590288"/>
        </p:xfrm>
        <a:graphic>
          <a:graphicData uri="http://schemas.openxmlformats.org/drawingml/2006/table">
            <a:tbl>
              <a:tblPr firstRow="1" bandRow="0">
                <a:tableStyleId>{5C22544A-7EE6-4342-B048-85BDC9FD1C3A}</a:tableStyleId>
              </a:tblPr>
              <a:tblGrid>
                <a:gridCol w="1097280"/>
                <a:gridCol w="1828800"/>
                <a:gridCol w="2011680"/>
              </a:tblGrid>
              <a:tr h="365760">
                <a:tc>
                  <a:txBody>
                    <a:bodyPr wrap="square"/>
                    <a:lstStyle/>
                    <a:p>
                      <a:r>
                        <a:rPr sz="1300" b="1">
                          <a:solidFill>
                            <a:srgbClr val="FFFFFF"/>
                          </a:solidFill>
                          <a:latin typeface="Arial"/>
                        </a:rPr>
                        <a:t>Component</a:t>
                      </a:r>
                    </a:p>
                  </a:txBody>
                  <a:tcPr marL="64008" marR="64008" marT="27432" marB="27432" anchor="ctr">
                    <a:solidFill>
                      <a:srgbClr val="0E5E63"/>
                    </a:solidFill>
                  </a:tcPr>
                </a:tc>
                <a:tc>
                  <a:txBody>
                    <a:bodyPr wrap="square"/>
                    <a:lstStyle/>
                    <a:p>
                      <a:r>
                        <a:rPr sz="1300" b="1">
                          <a:solidFill>
                            <a:srgbClr val="FFFFFF"/>
                          </a:solidFill>
                          <a:latin typeface="Arial"/>
                        </a:rPr>
                        <a:t>Minimum</a:t>
                      </a:r>
                    </a:p>
                  </a:txBody>
                  <a:tcPr marL="64008" marR="64008" marT="27432" marB="27432" anchor="ctr">
                    <a:solidFill>
                      <a:srgbClr val="0E5E63"/>
                    </a:solidFill>
                  </a:tcPr>
                </a:tc>
                <a:tc>
                  <a:txBody>
                    <a:bodyPr wrap="square"/>
                    <a:lstStyle/>
                    <a:p>
                      <a:r>
                        <a:rPr sz="1300" b="1">
                          <a:solidFill>
                            <a:srgbClr val="FFFFFF"/>
                          </a:solidFill>
                          <a:latin typeface="Arial"/>
                        </a:rPr>
                        <a:t>Recommended</a:t>
                      </a:r>
                    </a:p>
                  </a:txBody>
                  <a:tcPr marL="64008" marR="64008" marT="27432" marB="27432" anchor="ctr">
                    <a:solidFill>
                      <a:srgbClr val="0E5E63"/>
                    </a:solidFill>
                  </a:tcPr>
                </a:tc>
              </a:tr>
              <a:tr h="603504">
                <a:tc>
                  <a:txBody>
                    <a:bodyPr wrap="square"/>
                    <a:lstStyle/>
                    <a:p>
                      <a:r>
                        <a:rPr sz="1100" b="1">
                          <a:solidFill>
                            <a:srgbClr val="1F1F1F"/>
                          </a:solidFill>
                          <a:latin typeface="Arial"/>
                        </a:rPr>
                        <a:t>Processor</a:t>
                      </a:r>
                    </a:p>
                  </a:txBody>
                  <a:tcPr marL="64008" marR="64008" marT="27432" marB="27432" anchor="ctr">
                    <a:solidFill>
                      <a:srgbClr val="FBE5D6"/>
                    </a:solidFill>
                  </a:tcPr>
                </a:tc>
                <a:tc>
                  <a:txBody>
                    <a:bodyPr wrap="square"/>
                    <a:lstStyle/>
                    <a:p>
                      <a:r>
                        <a:rPr sz="1100" b="0">
                          <a:solidFill>
                            <a:srgbClr val="1F1F1F"/>
                          </a:solidFill>
                          <a:latin typeface="Arial"/>
                        </a:rPr>
                        <a:t>64-bit quad-core (Intel i5 / Ryzen 5 / Apple M1)</a:t>
                      </a:r>
                    </a:p>
                  </a:txBody>
                  <a:tcPr marL="64008" marR="64008" marT="27432" marB="27432" anchor="ctr">
                    <a:solidFill>
                      <a:srgbClr val="FBE5D6"/>
                    </a:solidFill>
                  </a:tcPr>
                </a:tc>
                <a:tc>
                  <a:txBody>
                    <a:bodyPr wrap="square"/>
                    <a:lstStyle/>
                    <a:p>
                      <a:r>
                        <a:rPr sz="1100" b="0">
                          <a:solidFill>
                            <a:srgbClr val="1F1F1F"/>
                          </a:solidFill>
                          <a:latin typeface="Arial"/>
                        </a:rPr>
                        <a:t>6+ cores</a:t>
                      </a:r>
                    </a:p>
                  </a:txBody>
                  <a:tcPr marL="64008" marR="64008" marT="27432" marB="27432" anchor="ctr">
                    <a:solidFill>
                      <a:srgbClr val="FBE5D6"/>
                    </a:solidFill>
                  </a:tcPr>
                </a:tc>
              </a:tr>
              <a:tr h="603504">
                <a:tc>
                  <a:txBody>
                    <a:bodyPr wrap="square"/>
                    <a:lstStyle/>
                    <a:p>
                      <a:r>
                        <a:rPr sz="1100" b="1">
                          <a:solidFill>
                            <a:srgbClr val="1F1F1F"/>
                          </a:solidFill>
                          <a:latin typeface="Arial"/>
                        </a:rPr>
                        <a:t>RAM</a:t>
                      </a:r>
                    </a:p>
                  </a:txBody>
                  <a:tcPr marL="64008" marR="64008" marT="27432" marB="27432" anchor="ctr">
                    <a:solidFill>
                      <a:srgbClr val="FFFFFF"/>
                    </a:solidFill>
                  </a:tcPr>
                </a:tc>
                <a:tc>
                  <a:txBody>
                    <a:bodyPr wrap="square"/>
                    <a:lstStyle/>
                    <a:p>
                      <a:r>
                        <a:rPr sz="1100" b="0">
                          <a:solidFill>
                            <a:srgbClr val="1F1F1F"/>
                          </a:solidFill>
                          <a:latin typeface="Arial"/>
                        </a:rPr>
                        <a:t>8 GB</a:t>
                      </a:r>
                    </a:p>
                  </a:txBody>
                  <a:tcPr marL="64008" marR="64008" marT="27432" marB="27432" anchor="ctr">
                    <a:solidFill>
                      <a:srgbClr val="FFFFFF"/>
                    </a:solidFill>
                  </a:tcPr>
                </a:tc>
                <a:tc>
                  <a:txBody>
                    <a:bodyPr wrap="square"/>
                    <a:lstStyle/>
                    <a:p>
                      <a:r>
                        <a:rPr sz="1100" b="0">
                          <a:solidFill>
                            <a:srgbClr val="1F1F1F"/>
                          </a:solidFill>
                          <a:latin typeface="Arial"/>
                        </a:rPr>
                        <a:t>16 GB (YOLOv8, CLIP and FaceNet loaded together)</a:t>
                      </a:r>
                    </a:p>
                  </a:txBody>
                  <a:tcPr marL="64008" marR="64008" marT="27432" marB="27432" anchor="ctr">
                    <a:solidFill>
                      <a:srgbClr val="FFFFFF"/>
                    </a:solidFill>
                  </a:tcPr>
                </a:tc>
              </a:tr>
              <a:tr h="603504">
                <a:tc>
                  <a:txBody>
                    <a:bodyPr wrap="square"/>
                    <a:lstStyle/>
                    <a:p>
                      <a:r>
                        <a:rPr sz="1100" b="1">
                          <a:solidFill>
                            <a:srgbClr val="1F1F1F"/>
                          </a:solidFill>
                          <a:latin typeface="Arial"/>
                        </a:rPr>
                        <a:t>GPU</a:t>
                      </a:r>
                    </a:p>
                  </a:txBody>
                  <a:tcPr marL="64008" marR="64008" marT="27432" marB="27432" anchor="ctr">
                    <a:solidFill>
                      <a:srgbClr val="FBE5D6"/>
                    </a:solidFill>
                  </a:tcPr>
                </a:tc>
                <a:tc>
                  <a:txBody>
                    <a:bodyPr wrap="square"/>
                    <a:lstStyle/>
                    <a:p>
                      <a:r>
                        <a:rPr sz="1100" b="0">
                          <a:solidFill>
                            <a:srgbClr val="1F1F1F"/>
                          </a:solidFill>
                          <a:latin typeface="Arial"/>
                        </a:rPr>
                        <a:t>Not required (CPU inference)</a:t>
                      </a:r>
                    </a:p>
                  </a:txBody>
                  <a:tcPr marL="64008" marR="64008" marT="27432" marB="27432" anchor="ctr">
                    <a:solidFill>
                      <a:srgbClr val="FBE5D6"/>
                    </a:solidFill>
                  </a:tcPr>
                </a:tc>
                <a:tc>
                  <a:txBody>
                    <a:bodyPr wrap="square"/>
                    <a:lstStyle/>
                    <a:p>
                      <a:r>
                        <a:rPr sz="1100" b="0">
                          <a:solidFill>
                            <a:srgbClr val="1F1F1F"/>
                          </a:solidFill>
                          <a:latin typeface="Arial"/>
                        </a:rPr>
                        <a:t>NVIDIA GPU with CUDA for faster detection and search</a:t>
                      </a:r>
                    </a:p>
                  </a:txBody>
                  <a:tcPr marL="64008" marR="64008" marT="27432" marB="27432" anchor="ctr">
                    <a:solidFill>
                      <a:srgbClr val="FBE5D6"/>
                    </a:solidFill>
                  </a:tcPr>
                </a:tc>
              </a:tr>
              <a:tr h="603504">
                <a:tc>
                  <a:txBody>
                    <a:bodyPr wrap="square"/>
                    <a:lstStyle/>
                    <a:p>
                      <a:r>
                        <a:rPr sz="1100" b="1">
                          <a:solidFill>
                            <a:srgbClr val="1F1F1F"/>
                          </a:solidFill>
                          <a:latin typeface="Arial"/>
                        </a:rPr>
                        <a:t>Storage</a:t>
                      </a:r>
                    </a:p>
                  </a:txBody>
                  <a:tcPr marL="64008" marR="64008" marT="27432" marB="27432" anchor="ctr">
                    <a:solidFill>
                      <a:srgbClr val="FFFFFF"/>
                    </a:solidFill>
                  </a:tcPr>
                </a:tc>
                <a:tc>
                  <a:txBody>
                    <a:bodyPr wrap="square"/>
                    <a:lstStyle/>
                    <a:p>
                      <a:r>
                        <a:rPr sz="1100" b="0">
                          <a:solidFill>
                            <a:srgbClr val="1F1F1F"/>
                          </a:solidFill>
                          <a:latin typeface="Arial"/>
                        </a:rPr>
                        <a:t>10 GB free (libraries, model weights, videos)</a:t>
                      </a:r>
                    </a:p>
                  </a:txBody>
                  <a:tcPr marL="64008" marR="64008" marT="27432" marB="27432" anchor="ctr">
                    <a:solidFill>
                      <a:srgbClr val="FFFFFF"/>
                    </a:solidFill>
                  </a:tcPr>
                </a:tc>
                <a:tc>
                  <a:txBody>
                    <a:bodyPr wrap="square"/>
                    <a:lstStyle/>
                    <a:p>
                      <a:r>
                        <a:rPr sz="1100" b="0">
                          <a:solidFill>
                            <a:srgbClr val="1F1F1F"/>
                          </a:solidFill>
                          <a:latin typeface="Arial"/>
                        </a:rPr>
                        <a:t>SSD with 20 GB free for recordings</a:t>
                      </a:r>
                    </a:p>
                  </a:txBody>
                  <a:tcPr marL="64008" marR="64008" marT="27432" marB="27432" anchor="ctr">
                    <a:solidFill>
                      <a:srgbClr val="FFFFFF"/>
                    </a:solidFill>
                  </a:tcPr>
                </a:tc>
              </a:tr>
              <a:tr h="603504">
                <a:tc>
                  <a:txBody>
                    <a:bodyPr wrap="square"/>
                    <a:lstStyle/>
                    <a:p>
                      <a:r>
                        <a:rPr sz="1100" b="1">
                          <a:solidFill>
                            <a:srgbClr val="1F1F1F"/>
                          </a:solidFill>
                          <a:latin typeface="Arial"/>
                        </a:rPr>
                        <a:t>Camera</a:t>
                      </a:r>
                    </a:p>
                  </a:txBody>
                  <a:tcPr marL="64008" marR="64008" marT="27432" marB="27432" anchor="ctr">
                    <a:solidFill>
                      <a:srgbClr val="FBE5D6"/>
                    </a:solidFill>
                  </a:tcPr>
                </a:tc>
                <a:tc>
                  <a:txBody>
                    <a:bodyPr wrap="square"/>
                    <a:lstStyle/>
                    <a:p>
                      <a:r>
                        <a:rPr sz="1100" b="0">
                          <a:solidFill>
                            <a:srgbClr val="1F1F1F"/>
                          </a:solidFill>
                          <a:latin typeface="Arial"/>
                        </a:rPr>
                        <a:t>Android phone with IP Webcam app on the same Wi-Fi</a:t>
                      </a:r>
                    </a:p>
                  </a:txBody>
                  <a:tcPr marL="64008" marR="64008" marT="27432" marB="27432" anchor="ctr">
                    <a:solidFill>
                      <a:srgbClr val="FBE5D6"/>
                    </a:solidFill>
                  </a:tcPr>
                </a:tc>
                <a:tc>
                  <a:txBody>
                    <a:bodyPr wrap="square"/>
                    <a:lstStyle/>
                    <a:p>
                      <a:r>
                        <a:rPr sz="1100" b="0">
                          <a:solidFill>
                            <a:srgbClr val="1F1F1F"/>
                          </a:solidFill>
                          <a:latin typeface="Arial"/>
                        </a:rPr>
                        <a:t>IP / CCTV camera with HTTP (MJPEG) stream</a:t>
                      </a:r>
                    </a:p>
                  </a:txBody>
                  <a:tcPr marL="64008" marR="64008" marT="27432" marB="27432" anchor="ctr">
                    <a:solidFill>
                      <a:srgbClr val="FBE5D6"/>
                    </a:solidFill>
                  </a:tcPr>
                </a:tc>
              </a:tr>
              <a:tr h="603504">
                <a:tc>
                  <a:txBody>
                    <a:bodyPr wrap="square"/>
                    <a:lstStyle/>
                    <a:p>
                      <a:r>
                        <a:rPr sz="1100" b="1">
                          <a:solidFill>
                            <a:srgbClr val="1F1F1F"/>
                          </a:solidFill>
                          <a:latin typeface="Arial"/>
                        </a:rPr>
                        <a:t>User devices</a:t>
                      </a:r>
                    </a:p>
                  </a:txBody>
                  <a:tcPr marL="64008" marR="64008" marT="27432" marB="27432" anchor="ctr">
                    <a:solidFill>
                      <a:srgbClr val="FFFFFF"/>
                    </a:solidFill>
                  </a:tcPr>
                </a:tc>
                <a:tc>
                  <a:txBody>
                    <a:bodyPr wrap="square"/>
                    <a:lstStyle/>
                    <a:p>
                      <a:r>
                        <a:rPr sz="1100" b="0">
                          <a:solidFill>
                            <a:srgbClr val="1F1F1F"/>
                          </a:solidFill>
                          <a:latin typeface="Arial"/>
                        </a:rPr>
                        <a:t>Smartphone or PC with browser and GPS</a:t>
                      </a:r>
                    </a:p>
                  </a:txBody>
                  <a:tcPr marL="64008" marR="64008" marT="27432" marB="27432" anchor="ctr">
                    <a:solidFill>
                      <a:srgbClr val="FFFFFF"/>
                    </a:solidFill>
                  </a:tcPr>
                </a:tc>
                <a:tc>
                  <a:txBody>
                    <a:bodyPr wrap="square"/>
                    <a:lstStyle/>
                    <a:p>
                      <a:r>
                        <a:rPr sz="1100" b="0">
                          <a:solidFill>
                            <a:srgbClr val="1F1F1F"/>
                          </a:solidFill>
                          <a:latin typeface="Arial"/>
                        </a:rPr>
                        <a:t>Webcam for volunteer face login</a:t>
                      </a:r>
                    </a:p>
                  </a:txBody>
                  <a:tcPr marL="64008" marR="64008" marT="27432" marB="27432" anchor="ctr">
                    <a:solidFill>
                      <a:srgbClr val="FFFFFF"/>
                    </a:solidFill>
                  </a:tcPr>
                </a:tc>
              </a:tr>
              <a:tr h="603504">
                <a:tc>
                  <a:txBody>
                    <a:bodyPr wrap="square"/>
                    <a:lstStyle/>
                    <a:p>
                      <a:r>
                        <a:rPr sz="1100" b="1">
                          <a:solidFill>
                            <a:srgbClr val="1F1F1F"/>
                          </a:solidFill>
                          <a:latin typeface="Arial"/>
                        </a:rPr>
                        <a:t>Network</a:t>
                      </a:r>
                    </a:p>
                  </a:txBody>
                  <a:tcPr marL="64008" marR="64008" marT="27432" marB="27432" anchor="ctr">
                    <a:solidFill>
                      <a:srgbClr val="FBE5D6"/>
                    </a:solidFill>
                  </a:tcPr>
                </a:tc>
                <a:tc>
                  <a:txBody>
                    <a:bodyPr wrap="square"/>
                    <a:lstStyle/>
                    <a:p>
                      <a:r>
                        <a:rPr sz="1100" b="0">
                          <a:solidFill>
                            <a:srgbClr val="1F1F1F"/>
                          </a:solidFill>
                          <a:latin typeface="Arial"/>
                        </a:rPr>
                        <a:t>Wi-Fi LAN for the camera stream</a:t>
                      </a:r>
                    </a:p>
                  </a:txBody>
                  <a:tcPr marL="64008" marR="64008" marT="27432" marB="27432" anchor="ctr">
                    <a:solidFill>
                      <a:srgbClr val="FBE5D6"/>
                    </a:solidFill>
                  </a:tcPr>
                </a:tc>
                <a:tc>
                  <a:txBody>
                    <a:bodyPr wrap="square"/>
                    <a:lstStyle/>
                    <a:p>
                      <a:r>
                        <a:rPr sz="1100" b="0">
                          <a:solidFill>
                            <a:srgbClr val="1F1F1F"/>
                          </a:solidFill>
                          <a:latin typeface="Arial"/>
                        </a:rPr>
                        <a:t>Internet for MongoDB Atlas, Gemini and map tiles</a:t>
                      </a:r>
                    </a:p>
                  </a:txBody>
                  <a:tcPr marL="64008" marR="64008" marT="27432" marB="27432" anchor="ctr">
                    <a:solidFill>
                      <a:srgbClr val="FBE5D6"/>
                    </a:solidFill>
                  </a:tcPr>
                </a:tc>
              </a:tr>
            </a:tbl>
          </a:graphicData>
        </a:graphic>
      </p:graphicFrame>
      <p:sp>
        <p:nvSpPr>
          <p:cNvPr id="7" name="TextBox 6"/>
          <p:cNvSpPr txBox="1"/>
          <p:nvPr/>
        </p:nvSpPr>
        <p:spPr>
          <a:xfrm>
            <a:off x="6355080" y="6419088"/>
            <a:ext cx="4937760" cy="384048"/>
          </a:xfrm>
          <a:prstGeom prst="rect">
            <a:avLst/>
          </a:prstGeom>
          <a:noFill/>
        </p:spPr>
        <p:txBody>
          <a:bodyPr wrap="square" anchor="t" tIns="54864" bIns="54864">
            <a:noAutofit/>
          </a:bodyPr>
          <a:lstStyle/>
          <a:p>
            <a:pPr algn="l">
              <a:spcAft>
                <a:spcPts val="200"/>
              </a:spcAft>
              <a:buNone/>
            </a:pPr>
            <a:r>
              <a:rPr sz="1000" b="0" i="1">
                <a:solidFill>
                  <a:srgbClr val="6E6E6E"/>
                </a:solidFill>
                <a:latin typeface="Arial"/>
              </a:rPr>
              <a:t>Hardware figures are minimums derived from the AI models the system runs.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b="1"/>
              <a:t>System Design</a:t>
            </a:r>
          </a:p>
        </p:txBody>
      </p:sp>
      <p:sp>
        <p:nvSpPr>
          <p:cNvPr id="3" name="TextBox 2"/>
          <p:cNvSpPr txBox="1"/>
          <p:nvPr/>
        </p:nvSpPr>
        <p:spPr>
          <a:xfrm>
            <a:off x="868680" y="1234440"/>
            <a:ext cx="4069080" cy="420624"/>
          </a:xfrm>
          <a:prstGeom prst="rect">
            <a:avLst/>
          </a:prstGeom>
          <a:noFill/>
        </p:spPr>
        <p:txBody>
          <a:bodyPr wrap="square" anchor="t" tIns="54864" bIns="54864">
            <a:noAutofit/>
          </a:bodyPr>
          <a:lstStyle/>
          <a:p>
            <a:pPr algn="l">
              <a:spcAft>
                <a:spcPts val="200"/>
              </a:spcAft>
              <a:buNone/>
            </a:pPr>
            <a:r>
              <a:rPr sz="1800" b="1" i="0">
                <a:solidFill>
                  <a:srgbClr val="0E5E63"/>
                </a:solidFill>
                <a:latin typeface="Arial"/>
              </a:rPr>
              <a:t>Database Design</a:t>
            </a:r>
          </a:p>
        </p:txBody>
      </p:sp>
      <p:graphicFrame>
        <p:nvGraphicFramePr>
          <p:cNvPr id="4" name="Table 3"/>
          <p:cNvGraphicFramePr>
            <a:graphicFrameLocks noGrp="1"/>
          </p:cNvGraphicFramePr>
          <p:nvPr/>
        </p:nvGraphicFramePr>
        <p:xfrm>
          <a:off x="868680" y="1645920"/>
          <a:ext cx="4069080" cy="3794760"/>
        </p:xfrm>
        <a:graphic>
          <a:graphicData uri="http://schemas.openxmlformats.org/drawingml/2006/table">
            <a:tbl>
              <a:tblPr firstRow="1" bandRow="0">
                <a:tableStyleId>{5C22544A-7EE6-4342-B048-85BDC9FD1C3A}</a:tableStyleId>
              </a:tblPr>
              <a:tblGrid>
                <a:gridCol w="1051560"/>
                <a:gridCol w="3017520"/>
              </a:tblGrid>
              <a:tr h="365760">
                <a:tc>
                  <a:txBody>
                    <a:bodyPr wrap="square"/>
                    <a:lstStyle/>
                    <a:p>
                      <a:r>
                        <a:rPr sz="1300" b="1">
                          <a:solidFill>
                            <a:srgbClr val="FFFFFF"/>
                          </a:solidFill>
                          <a:latin typeface="Arial"/>
                        </a:rPr>
                        <a:t>Collection</a:t>
                      </a:r>
                    </a:p>
                  </a:txBody>
                  <a:tcPr marL="64008" marR="64008" marT="27432" marB="27432" anchor="ctr">
                    <a:solidFill>
                      <a:srgbClr val="0E5E63"/>
                    </a:solidFill>
                  </a:tcPr>
                </a:tc>
                <a:tc>
                  <a:txBody>
                    <a:bodyPr wrap="square"/>
                    <a:lstStyle/>
                    <a:p>
                      <a:r>
                        <a:rPr sz="1300" b="1">
                          <a:solidFill>
                            <a:srgbClr val="FFFFFF"/>
                          </a:solidFill>
                          <a:latin typeface="Arial"/>
                        </a:rPr>
                        <a:t>Key fields</a:t>
                      </a:r>
                    </a:p>
                  </a:txBody>
                  <a:tcPr marL="64008" marR="64008" marT="27432" marB="27432" anchor="ctr">
                    <a:solidFill>
                      <a:srgbClr val="0E5E63"/>
                    </a:solidFill>
                  </a:tcPr>
                </a:tc>
              </a:tr>
              <a:tr h="1143000">
                <a:tc>
                  <a:txBody>
                    <a:bodyPr wrap="square"/>
                    <a:lstStyle/>
                    <a:p>
                      <a:r>
                        <a:rPr sz="1200" b="1">
                          <a:solidFill>
                            <a:srgbClr val="1F1F1F"/>
                          </a:solidFill>
                          <a:latin typeface="Arial"/>
                        </a:rPr>
                        <a:t>User</a:t>
                      </a:r>
                    </a:p>
                  </a:txBody>
                  <a:tcPr marL="64008" marR="64008" marT="27432" marB="27432" anchor="ctr">
                    <a:solidFill>
                      <a:srgbClr val="FBE5D6"/>
                    </a:solidFill>
                  </a:tcPr>
                </a:tc>
                <a:tc>
                  <a:txBody>
                    <a:bodyPr wrap="square"/>
                    <a:lstStyle/>
                    <a:p>
                      <a:r>
                        <a:rPr sz="1200" b="0">
                          <a:solidFill>
                            <a:srgbClr val="1F1F1F"/>
                          </a:solidFill>
                          <a:latin typeface="Arial"/>
                        </a:rPr>
                        <a:t>name, email, password (bcrypt hash), role, isApproved, status, lastKnownLocation, faceDescriptor [128]</a:t>
                      </a:r>
                    </a:p>
                  </a:txBody>
                  <a:tcPr marL="64008" marR="64008" marT="27432" marB="27432" anchor="ctr">
                    <a:solidFill>
                      <a:srgbClr val="FBE5D6"/>
                    </a:solidFill>
                  </a:tcPr>
                </a:tc>
              </a:tr>
              <a:tr h="1143000">
                <a:tc>
                  <a:txBody>
                    <a:bodyPr wrap="square"/>
                    <a:lstStyle/>
                    <a:p>
                      <a:r>
                        <a:rPr sz="1200" b="1">
                          <a:solidFill>
                            <a:srgbClr val="1F1F1F"/>
                          </a:solidFill>
                          <a:latin typeface="Arial"/>
                        </a:rPr>
                        <a:t>Issue</a:t>
                      </a:r>
                    </a:p>
                  </a:txBody>
                  <a:tcPr marL="64008" marR="64008" marT="27432" marB="27432" anchor="ctr">
                    <a:solidFill>
                      <a:srgbClr val="FFFFFF"/>
                    </a:solidFill>
                  </a:tcPr>
                </a:tc>
                <a:tc>
                  <a:txBody>
                    <a:bodyPr wrap="square"/>
                    <a:lstStyle/>
                    <a:p>
                      <a:r>
                        <a:rPr sz="1200" b="0">
                          <a:solidFill>
                            <a:srgbClr val="1F1F1F"/>
                          </a:solidFill>
                          <a:latin typeface="Arial"/>
                        </a:rPr>
                        <a:t>reportedBy → User, description, location, status, severity, assignedTo → User[ ], needBackup, audience, timestamps</a:t>
                      </a:r>
                    </a:p>
                  </a:txBody>
                  <a:tcPr marL="64008" marR="64008" marT="27432" marB="27432" anchor="ctr">
                    <a:solidFill>
                      <a:srgbClr val="FFFFFF"/>
                    </a:solidFill>
                  </a:tcPr>
                </a:tc>
              </a:tr>
              <a:tr h="1143000">
                <a:tc>
                  <a:txBody>
                    <a:bodyPr wrap="square"/>
                    <a:lstStyle/>
                    <a:p>
                      <a:r>
                        <a:rPr sz="1200" b="1">
                          <a:solidFill>
                            <a:srgbClr val="1F1F1F"/>
                          </a:solidFill>
                          <a:latin typeface="Arial"/>
                        </a:rPr>
                        <a:t>LostReport</a:t>
                      </a:r>
                    </a:p>
                  </a:txBody>
                  <a:tcPr marL="64008" marR="64008" marT="27432" marB="27432" anchor="ctr">
                    <a:solidFill>
                      <a:srgbClr val="FBE5D6"/>
                    </a:solidFill>
                  </a:tcPr>
                </a:tc>
                <a:tc>
                  <a:txBody>
                    <a:bodyPr wrap="square"/>
                    <a:lstStyle/>
                    <a:p>
                      <a:r>
                        <a:rPr sz="1200" b="0">
                          <a:solidFill>
                            <a:srgbClr val="1F1F1F"/>
                          </a:solidFill>
                          <a:latin typeface="Arial"/>
                        </a:rPr>
                        <a:t>type (item / child), name, age, item, description, location, imagePath, status, match {video, frame, output_url}</a:t>
                      </a:r>
                    </a:p>
                  </a:txBody>
                  <a:tcPr marL="64008" marR="64008" marT="27432" marB="27432" anchor="ctr">
                    <a:solidFill>
                      <a:srgbClr val="FBE5D6"/>
                    </a:solidFill>
                  </a:tcPr>
                </a:tc>
              </a:tr>
            </a:tbl>
          </a:graphicData>
        </a:graphic>
      </p:graphicFrame>
      <p:sp>
        <p:nvSpPr>
          <p:cNvPr id="5" name="TextBox 4"/>
          <p:cNvSpPr txBox="1"/>
          <p:nvPr/>
        </p:nvSpPr>
        <p:spPr>
          <a:xfrm>
            <a:off x="868680" y="6263640"/>
            <a:ext cx="4069080" cy="384048"/>
          </a:xfrm>
          <a:prstGeom prst="rect">
            <a:avLst/>
          </a:prstGeom>
          <a:noFill/>
        </p:spPr>
        <p:txBody>
          <a:bodyPr wrap="square" anchor="t" tIns="54864" bIns="54864">
            <a:noAutofit/>
          </a:bodyPr>
          <a:lstStyle/>
          <a:p>
            <a:pPr algn="l">
              <a:spcAft>
                <a:spcPts val="200"/>
              </a:spcAft>
              <a:buNone/>
            </a:pPr>
            <a:r>
              <a:rPr sz="1050" b="0" i="1">
                <a:solidFill>
                  <a:srgbClr val="6E6E6E"/>
                </a:solidFill>
                <a:latin typeface="Arial"/>
              </a:rPr>
              <a:t>Issue.reportedBy and Issue.assignedTo reference User.</a:t>
            </a:r>
          </a:p>
        </p:txBody>
      </p:sp>
      <p:sp>
        <p:nvSpPr>
          <p:cNvPr id="6" name="TextBox 5"/>
          <p:cNvSpPr txBox="1"/>
          <p:nvPr/>
        </p:nvSpPr>
        <p:spPr>
          <a:xfrm>
            <a:off x="5120640" y="1234440"/>
            <a:ext cx="6217920" cy="420624"/>
          </a:xfrm>
          <a:prstGeom prst="rect">
            <a:avLst/>
          </a:prstGeom>
          <a:noFill/>
        </p:spPr>
        <p:txBody>
          <a:bodyPr wrap="square" anchor="t" tIns="54864" bIns="54864">
            <a:noAutofit/>
          </a:bodyPr>
          <a:lstStyle/>
          <a:p>
            <a:pPr algn="l">
              <a:spcAft>
                <a:spcPts val="200"/>
              </a:spcAft>
              <a:buNone/>
            </a:pPr>
            <a:r>
              <a:rPr sz="1800" b="1" i="0">
                <a:solidFill>
                  <a:srgbClr val="0E5E63"/>
                </a:solidFill>
                <a:latin typeface="Arial"/>
              </a:rPr>
              <a:t>Interface Design – REST API &amp; events</a:t>
            </a:r>
          </a:p>
        </p:txBody>
      </p:sp>
      <p:graphicFrame>
        <p:nvGraphicFramePr>
          <p:cNvPr id="7" name="Table 6"/>
          <p:cNvGraphicFramePr>
            <a:graphicFrameLocks noGrp="1"/>
          </p:cNvGraphicFramePr>
          <p:nvPr/>
        </p:nvGraphicFramePr>
        <p:xfrm>
          <a:off x="5120640" y="1645920"/>
          <a:ext cx="6172200" cy="4791456"/>
        </p:xfrm>
        <a:graphic>
          <a:graphicData uri="http://schemas.openxmlformats.org/drawingml/2006/table">
            <a:tbl>
              <a:tblPr firstRow="1" bandRow="0">
                <a:tableStyleId>{5C22544A-7EE6-4342-B048-85BDC9FD1C3A}</a:tableStyleId>
              </a:tblPr>
              <a:tblGrid>
                <a:gridCol w="3063240"/>
                <a:gridCol w="1005840"/>
                <a:gridCol w="2103120"/>
              </a:tblGrid>
              <a:tr h="365760">
                <a:tc>
                  <a:txBody>
                    <a:bodyPr wrap="square"/>
                    <a:lstStyle/>
                    <a:p>
                      <a:r>
                        <a:rPr sz="1200" b="1">
                          <a:solidFill>
                            <a:srgbClr val="FFFFFF"/>
                          </a:solidFill>
                          <a:latin typeface="Arial"/>
                        </a:rPr>
                        <a:t>Endpoint</a:t>
                      </a:r>
                    </a:p>
                  </a:txBody>
                  <a:tcPr marL="64008" marR="64008" marT="27432" marB="27432" anchor="ctr">
                    <a:solidFill>
                      <a:srgbClr val="0E5E63"/>
                    </a:solidFill>
                  </a:tcPr>
                </a:tc>
                <a:tc>
                  <a:txBody>
                    <a:bodyPr wrap="square"/>
                    <a:lstStyle/>
                    <a:p>
                      <a:r>
                        <a:rPr sz="1200" b="1">
                          <a:solidFill>
                            <a:srgbClr val="FFFFFF"/>
                          </a:solidFill>
                          <a:latin typeface="Arial"/>
                        </a:rPr>
                        <a:t>Role</a:t>
                      </a:r>
                    </a:p>
                  </a:txBody>
                  <a:tcPr marL="64008" marR="64008" marT="27432" marB="27432" anchor="ctr">
                    <a:solidFill>
                      <a:srgbClr val="0E5E63"/>
                    </a:solidFill>
                  </a:tcPr>
                </a:tc>
                <a:tc>
                  <a:txBody>
                    <a:bodyPr wrap="square"/>
                    <a:lstStyle/>
                    <a:p>
                      <a:r>
                        <a:rPr sz="1200" b="1">
                          <a:solidFill>
                            <a:srgbClr val="FFFFFF"/>
                          </a:solidFill>
                          <a:latin typeface="Arial"/>
                        </a:rPr>
                        <a:t>Purpose</a:t>
                      </a:r>
                    </a:p>
                  </a:txBody>
                  <a:tcPr marL="64008" marR="64008" marT="27432" marB="27432" anchor="ctr">
                    <a:solidFill>
                      <a:srgbClr val="0E5E63"/>
                    </a:solidFill>
                  </a:tcPr>
                </a:tc>
              </a:tr>
              <a:tr h="402336">
                <a:tc>
                  <a:txBody>
                    <a:bodyPr wrap="square"/>
                    <a:lstStyle/>
                    <a:p>
                      <a:r>
                        <a:rPr sz="1050" b="0">
                          <a:solidFill>
                            <a:srgbClr val="1F1F1F"/>
                          </a:solidFill>
                          <a:latin typeface="Arial"/>
                        </a:rPr>
                        <a:t>POST /api/signup · POST /api/login</a:t>
                      </a:r>
                    </a:p>
                  </a:txBody>
                  <a:tcPr marL="64008" marR="64008" marT="27432" marB="27432" anchor="ctr">
                    <a:solidFill>
                      <a:srgbClr val="FBE5D6"/>
                    </a:solidFill>
                  </a:tcPr>
                </a:tc>
                <a:tc>
                  <a:txBody>
                    <a:bodyPr wrap="square"/>
                    <a:lstStyle/>
                    <a:p>
                      <a:r>
                        <a:rPr sz="1050" b="0">
                          <a:solidFill>
                            <a:srgbClr val="1F1F1F"/>
                          </a:solidFill>
                          <a:latin typeface="Arial"/>
                        </a:rPr>
                        <a:t>Public</a:t>
                      </a:r>
                    </a:p>
                  </a:txBody>
                  <a:tcPr marL="64008" marR="64008" marT="27432" marB="27432" anchor="ctr">
                    <a:solidFill>
                      <a:srgbClr val="FBE5D6"/>
                    </a:solidFill>
                  </a:tcPr>
                </a:tc>
                <a:tc>
                  <a:txBody>
                    <a:bodyPr wrap="square"/>
                    <a:lstStyle/>
                    <a:p>
                      <a:r>
                        <a:rPr sz="1050" b="0">
                          <a:solidFill>
                            <a:srgbClr val="1F1F1F"/>
                          </a:solidFill>
                          <a:latin typeface="Arial"/>
                        </a:rPr>
                        <a:t>Register; login returns JWT</a:t>
                      </a:r>
                    </a:p>
                  </a:txBody>
                  <a:tcPr marL="64008" marR="64008" marT="27432" marB="27432" anchor="ctr">
                    <a:solidFill>
                      <a:srgbClr val="FBE5D6"/>
                    </a:solidFill>
                  </a:tcPr>
                </a:tc>
              </a:tr>
              <a:tr h="402336">
                <a:tc>
                  <a:txBody>
                    <a:bodyPr wrap="square"/>
                    <a:lstStyle/>
                    <a:p>
                      <a:r>
                        <a:rPr sz="1050" b="0">
                          <a:solidFill>
                            <a:srgbClr val="1F1F1F"/>
                          </a:solidFill>
                          <a:latin typeface="Arial"/>
                        </a:rPr>
                        <a:t>GET /api/admin/issues · PUT …/:id/assign</a:t>
                      </a:r>
                    </a:p>
                  </a:txBody>
                  <a:tcPr marL="64008" marR="64008" marT="27432" marB="27432" anchor="ctr">
                    <a:solidFill>
                      <a:srgbClr val="FFFFFF"/>
                    </a:solidFill>
                  </a:tcPr>
                </a:tc>
                <a:tc>
                  <a:txBody>
                    <a:bodyPr wrap="square"/>
                    <a:lstStyle/>
                    <a:p>
                      <a:r>
                        <a:rPr sz="1050" b="0">
                          <a:solidFill>
                            <a:srgbClr val="1F1F1F"/>
                          </a:solidFill>
                          <a:latin typeface="Arial"/>
                        </a:rPr>
                        <a:t>Admin</a:t>
                      </a:r>
                    </a:p>
                  </a:txBody>
                  <a:tcPr marL="64008" marR="64008" marT="27432" marB="27432" anchor="ctr">
                    <a:solidFill>
                      <a:srgbClr val="FFFFFF"/>
                    </a:solidFill>
                  </a:tcPr>
                </a:tc>
                <a:tc>
                  <a:txBody>
                    <a:bodyPr wrap="square"/>
                    <a:lstStyle/>
                    <a:p>
                      <a:r>
                        <a:rPr sz="1050" b="0">
                          <a:solidFill>
                            <a:srgbClr val="1F1F1F"/>
                          </a:solidFill>
                          <a:latin typeface="Arial"/>
                        </a:rPr>
                        <a:t>View issues; assign volunteers</a:t>
                      </a:r>
                    </a:p>
                  </a:txBody>
                  <a:tcPr marL="64008" marR="64008" marT="27432" marB="27432" anchor="ctr">
                    <a:solidFill>
                      <a:srgbClr val="FFFFFF"/>
                    </a:solidFill>
                  </a:tcPr>
                </a:tc>
              </a:tr>
              <a:tr h="402336">
                <a:tc>
                  <a:txBody>
                    <a:bodyPr wrap="square"/>
                    <a:lstStyle/>
                    <a:p>
                      <a:r>
                        <a:rPr sz="1050" b="0">
                          <a:solidFill>
                            <a:srgbClr val="1F1F1F"/>
                          </a:solidFill>
                          <a:latin typeface="Arial"/>
                        </a:rPr>
                        <a:t>POST /api/admin/alerts</a:t>
                      </a:r>
                    </a:p>
                  </a:txBody>
                  <a:tcPr marL="64008" marR="64008" marT="27432" marB="27432" anchor="ctr">
                    <a:solidFill>
                      <a:srgbClr val="FBE5D6"/>
                    </a:solidFill>
                  </a:tcPr>
                </a:tc>
                <a:tc>
                  <a:txBody>
                    <a:bodyPr wrap="square"/>
                    <a:lstStyle/>
                    <a:p>
                      <a:r>
                        <a:rPr sz="1050" b="0">
                          <a:solidFill>
                            <a:srgbClr val="1F1F1F"/>
                          </a:solidFill>
                          <a:latin typeface="Arial"/>
                        </a:rPr>
                        <a:t>Admin</a:t>
                      </a:r>
                    </a:p>
                  </a:txBody>
                  <a:tcPr marL="64008" marR="64008" marT="27432" marB="27432" anchor="ctr">
                    <a:solidFill>
                      <a:srgbClr val="FBE5D6"/>
                    </a:solidFill>
                  </a:tcPr>
                </a:tc>
                <a:tc>
                  <a:txBody>
                    <a:bodyPr wrap="square"/>
                    <a:lstStyle/>
                    <a:p>
                      <a:r>
                        <a:rPr sz="1050" b="0">
                          <a:solidFill>
                            <a:srgbClr val="1F1F1F"/>
                          </a:solidFill>
                          <a:latin typeface="Arial"/>
                        </a:rPr>
                        <a:t>Create alert with severity &amp; location</a:t>
                      </a:r>
                    </a:p>
                  </a:txBody>
                  <a:tcPr marL="64008" marR="64008" marT="27432" marB="27432" anchor="ctr">
                    <a:solidFill>
                      <a:srgbClr val="FBE5D6"/>
                    </a:solidFill>
                  </a:tcPr>
                </a:tc>
              </a:tr>
              <a:tr h="402336">
                <a:tc>
                  <a:txBody>
                    <a:bodyPr wrap="square"/>
                    <a:lstStyle/>
                    <a:p>
                      <a:r>
                        <a:rPr sz="1050" b="0">
                          <a:solidFill>
                            <a:srgbClr val="1F1F1F"/>
                          </a:solidFill>
                          <a:latin typeface="Arial"/>
                        </a:rPr>
                        <a:t>POST /api/issues/report</a:t>
                      </a:r>
                    </a:p>
                  </a:txBody>
                  <a:tcPr marL="64008" marR="64008" marT="27432" marB="27432" anchor="ctr">
                    <a:solidFill>
                      <a:srgbClr val="FFFFFF"/>
                    </a:solidFill>
                  </a:tcPr>
                </a:tc>
                <a:tc>
                  <a:txBody>
                    <a:bodyPr wrap="square"/>
                    <a:lstStyle/>
                    <a:p>
                      <a:r>
                        <a:rPr sz="1050" b="0">
                          <a:solidFill>
                            <a:srgbClr val="1F1F1F"/>
                          </a:solidFill>
                          <a:latin typeface="Arial"/>
                        </a:rPr>
                        <a:t>Attendee</a:t>
                      </a:r>
                    </a:p>
                  </a:txBody>
                  <a:tcPr marL="64008" marR="64008" marT="27432" marB="27432" anchor="ctr">
                    <a:solidFill>
                      <a:srgbClr val="FFFFFF"/>
                    </a:solidFill>
                  </a:tcPr>
                </a:tc>
                <a:tc>
                  <a:txBody>
                    <a:bodyPr wrap="square"/>
                    <a:lstStyle/>
                    <a:p>
                      <a:r>
                        <a:rPr sz="1050" b="0">
                          <a:solidFill>
                            <a:srgbClr val="1F1F1F"/>
                          </a:solidFill>
                          <a:latin typeface="Arial"/>
                        </a:rPr>
                        <a:t>Report issue with GPS</a:t>
                      </a:r>
                    </a:p>
                  </a:txBody>
                  <a:tcPr marL="64008" marR="64008" marT="27432" marB="27432" anchor="ctr">
                    <a:solidFill>
                      <a:srgbClr val="FFFFFF"/>
                    </a:solidFill>
                  </a:tcPr>
                </a:tc>
              </a:tr>
              <a:tr h="402336">
                <a:tc>
                  <a:txBody>
                    <a:bodyPr wrap="square"/>
                    <a:lstStyle/>
                    <a:p>
                      <a:r>
                        <a:rPr sz="1050" b="0">
                          <a:solidFill>
                            <a:srgbClr val="1F1F1F"/>
                          </a:solidFill>
                          <a:latin typeface="Arial"/>
                        </a:rPr>
                        <a:t>PUT /api/volunteer/issues/:id/accept · ask-for-backup · take-backup · resolve</a:t>
                      </a:r>
                    </a:p>
                  </a:txBody>
                  <a:tcPr marL="64008" marR="64008" marT="27432" marB="27432" anchor="ctr">
                    <a:solidFill>
                      <a:srgbClr val="FBE5D6"/>
                    </a:solidFill>
                  </a:tcPr>
                </a:tc>
                <a:tc>
                  <a:txBody>
                    <a:bodyPr wrap="square"/>
                    <a:lstStyle/>
                    <a:p>
                      <a:r>
                        <a:rPr sz="1050" b="0">
                          <a:solidFill>
                            <a:srgbClr val="1F1F1F"/>
                          </a:solidFill>
                          <a:latin typeface="Arial"/>
                        </a:rPr>
                        <a:t>Volunteer</a:t>
                      </a:r>
                    </a:p>
                  </a:txBody>
                  <a:tcPr marL="64008" marR="64008" marT="27432" marB="27432" anchor="ctr">
                    <a:solidFill>
                      <a:srgbClr val="FBE5D6"/>
                    </a:solidFill>
                  </a:tcPr>
                </a:tc>
                <a:tc>
                  <a:txBody>
                    <a:bodyPr wrap="square"/>
                    <a:lstStyle/>
                    <a:p>
                      <a:r>
                        <a:rPr sz="1050" b="0">
                          <a:solidFill>
                            <a:srgbClr val="1F1F1F"/>
                          </a:solidFill>
                          <a:latin typeface="Arial"/>
                        </a:rPr>
                        <a:t>Handle assignments</a:t>
                      </a:r>
                    </a:p>
                  </a:txBody>
                  <a:tcPr marL="64008" marR="64008" marT="27432" marB="27432" anchor="ctr">
                    <a:solidFill>
                      <a:srgbClr val="FBE5D6"/>
                    </a:solidFill>
                  </a:tcPr>
                </a:tc>
              </a:tr>
              <a:tr h="402336">
                <a:tc>
                  <a:txBody>
                    <a:bodyPr wrap="square"/>
                    <a:lstStyle/>
                    <a:p>
                      <a:r>
                        <a:rPr sz="1050" b="0">
                          <a:solidFill>
                            <a:srgbClr val="1F1F1F"/>
                          </a:solidFill>
                          <a:latin typeface="Arial"/>
                        </a:rPr>
                        <a:t>PUT /api/volunteer/location</a:t>
                      </a:r>
                    </a:p>
                  </a:txBody>
                  <a:tcPr marL="64008" marR="64008" marT="27432" marB="27432" anchor="ctr">
                    <a:solidFill>
                      <a:srgbClr val="FFFFFF"/>
                    </a:solidFill>
                  </a:tcPr>
                </a:tc>
                <a:tc>
                  <a:txBody>
                    <a:bodyPr wrap="square"/>
                    <a:lstStyle/>
                    <a:p>
                      <a:r>
                        <a:rPr sz="1050" b="0">
                          <a:solidFill>
                            <a:srgbClr val="1F1F1F"/>
                          </a:solidFill>
                          <a:latin typeface="Arial"/>
                        </a:rPr>
                        <a:t>Volunteer</a:t>
                      </a:r>
                    </a:p>
                  </a:txBody>
                  <a:tcPr marL="64008" marR="64008" marT="27432" marB="27432" anchor="ctr">
                    <a:solidFill>
                      <a:srgbClr val="FFFFFF"/>
                    </a:solidFill>
                  </a:tcPr>
                </a:tc>
                <a:tc>
                  <a:txBody>
                    <a:bodyPr wrap="square"/>
                    <a:lstStyle/>
                    <a:p>
                      <a:r>
                        <a:rPr sz="1050" b="0">
                          <a:solidFill>
                            <a:srgbClr val="1F1F1F"/>
                          </a:solidFill>
                          <a:latin typeface="Arial"/>
                        </a:rPr>
                        <a:t>Share live location</a:t>
                      </a:r>
                    </a:p>
                  </a:txBody>
                  <a:tcPr marL="64008" marR="64008" marT="27432" marB="27432" anchor="ctr">
                    <a:solidFill>
                      <a:srgbClr val="FFFFFF"/>
                    </a:solidFill>
                  </a:tcPr>
                </a:tc>
              </a:tr>
              <a:tr h="402336">
                <a:tc>
                  <a:txBody>
                    <a:bodyPr wrap="square"/>
                    <a:lstStyle/>
                    <a:p>
                      <a:r>
                        <a:rPr sz="1050" b="0">
                          <a:solidFill>
                            <a:srgbClr val="1F1F1F"/>
                          </a:solidFill>
                          <a:latin typeface="Arial"/>
                        </a:rPr>
                        <a:t>GET · POST /api/lost-reports · PATCH …/:id/found</a:t>
                      </a:r>
                    </a:p>
                  </a:txBody>
                  <a:tcPr marL="64008" marR="64008" marT="27432" marB="27432" anchor="ctr">
                    <a:solidFill>
                      <a:srgbClr val="FBE5D6"/>
                    </a:solidFill>
                  </a:tcPr>
                </a:tc>
                <a:tc>
                  <a:txBody>
                    <a:bodyPr wrap="square"/>
                    <a:lstStyle/>
                    <a:p>
                      <a:r>
                        <a:rPr sz="1050" b="0">
                          <a:solidFill>
                            <a:srgbClr val="1F1F1F"/>
                          </a:solidFill>
                          <a:latin typeface="Arial"/>
                        </a:rPr>
                        <a:t>Admin, Volunteer</a:t>
                      </a:r>
                    </a:p>
                  </a:txBody>
                  <a:tcPr marL="64008" marR="64008" marT="27432" marB="27432" anchor="ctr">
                    <a:solidFill>
                      <a:srgbClr val="FBE5D6"/>
                    </a:solidFill>
                  </a:tcPr>
                </a:tc>
                <a:tc>
                  <a:txBody>
                    <a:bodyPr wrap="square"/>
                    <a:lstStyle/>
                    <a:p>
                      <a:r>
                        <a:rPr sz="1050" b="0">
                          <a:solidFill>
                            <a:srgbClr val="1F1F1F"/>
                          </a:solidFill>
                          <a:latin typeface="Arial"/>
                        </a:rPr>
                        <a:t>Lost &amp; Found records</a:t>
                      </a:r>
                    </a:p>
                  </a:txBody>
                  <a:tcPr marL="64008" marR="64008" marT="27432" marB="27432" anchor="ctr">
                    <a:solidFill>
                      <a:srgbClr val="FBE5D6"/>
                    </a:solidFill>
                  </a:tcPr>
                </a:tc>
              </a:tr>
              <a:tr h="402336">
                <a:tc>
                  <a:txBody>
                    <a:bodyPr wrap="square"/>
                    <a:lstStyle/>
                    <a:p>
                      <a:r>
                        <a:rPr sz="1050" b="0">
                          <a:solidFill>
                            <a:srgbClr val="1F1F1F"/>
                          </a:solidFill>
                          <a:latin typeface="Arial"/>
                        </a:rPr>
                        <a:t>POST /api/search-object-multiple · /api/search-face-multiple</a:t>
                      </a:r>
                    </a:p>
                  </a:txBody>
                  <a:tcPr marL="64008" marR="64008" marT="27432" marB="27432" anchor="ctr">
                    <a:solidFill>
                      <a:srgbClr val="FFFFFF"/>
                    </a:solidFill>
                  </a:tcPr>
                </a:tc>
                <a:tc>
                  <a:txBody>
                    <a:bodyPr wrap="square"/>
                    <a:lstStyle/>
                    <a:p>
                      <a:r>
                        <a:rPr sz="1050" b="0">
                          <a:solidFill>
                            <a:srgbClr val="1F1F1F"/>
                          </a:solidFill>
                          <a:latin typeface="Arial"/>
                        </a:rPr>
                        <a:t>Admin, Volunteer</a:t>
                      </a:r>
                    </a:p>
                  </a:txBody>
                  <a:tcPr marL="64008" marR="64008" marT="27432" marB="27432" anchor="ctr">
                    <a:solidFill>
                      <a:srgbClr val="FFFFFF"/>
                    </a:solidFill>
                  </a:tcPr>
                </a:tc>
                <a:tc>
                  <a:txBody>
                    <a:bodyPr wrap="square"/>
                    <a:lstStyle/>
                    <a:p>
                      <a:r>
                        <a:rPr sz="1050" b="0">
                          <a:solidFill>
                            <a:srgbClr val="1F1F1F"/>
                          </a:solidFill>
                          <a:latin typeface="Arial"/>
                        </a:rPr>
                        <a:t>AI search in CCTV videos</a:t>
                      </a:r>
                    </a:p>
                  </a:txBody>
                  <a:tcPr marL="64008" marR="64008" marT="27432" marB="27432" anchor="ctr">
                    <a:solidFill>
                      <a:srgbClr val="FFFFFF"/>
                    </a:solidFill>
                  </a:tcPr>
                </a:tc>
              </a:tr>
              <a:tr h="402336">
                <a:tc>
                  <a:txBody>
                    <a:bodyPr wrap="square"/>
                    <a:lstStyle/>
                    <a:p>
                      <a:r>
                        <a:rPr sz="1050" b="0">
                          <a:solidFill>
                            <a:srgbClr val="1F1F1F"/>
                          </a:solidFill>
                          <a:latin typeface="Arial"/>
                        </a:rPr>
                        <a:t>POST /api/summary/chat</a:t>
                      </a:r>
                    </a:p>
                  </a:txBody>
                  <a:tcPr marL="64008" marR="64008" marT="27432" marB="27432" anchor="ctr">
                    <a:solidFill>
                      <a:srgbClr val="FBE5D6"/>
                    </a:solidFill>
                  </a:tcPr>
                </a:tc>
                <a:tc>
                  <a:txBody>
                    <a:bodyPr wrap="square"/>
                    <a:lstStyle/>
                    <a:p>
                      <a:r>
                        <a:rPr sz="1050" b="0">
                          <a:solidFill>
                            <a:srgbClr val="1F1F1F"/>
                          </a:solidFill>
                          <a:latin typeface="Arial"/>
                        </a:rPr>
                        <a:t>Admin</a:t>
                      </a:r>
                    </a:p>
                  </a:txBody>
                  <a:tcPr marL="64008" marR="64008" marT="27432" marB="27432" anchor="ctr">
                    <a:solidFill>
                      <a:srgbClr val="FBE5D6"/>
                    </a:solidFill>
                  </a:tcPr>
                </a:tc>
                <a:tc>
                  <a:txBody>
                    <a:bodyPr wrap="square"/>
                    <a:lstStyle/>
                    <a:p>
                      <a:r>
                        <a:rPr sz="1050" b="0">
                          <a:solidFill>
                            <a:srgbClr val="1F1F1F"/>
                          </a:solidFill>
                          <a:latin typeface="Arial"/>
                        </a:rPr>
                        <a:t>Gemini summary of logs</a:t>
                      </a:r>
                    </a:p>
                  </a:txBody>
                  <a:tcPr marL="64008" marR="64008" marT="27432" marB="27432" anchor="ctr">
                    <a:solidFill>
                      <a:srgbClr val="FBE5D6"/>
                    </a:solidFill>
                  </a:tcPr>
                </a:tc>
              </a:tr>
              <a:tr h="402336">
                <a:tc>
                  <a:txBody>
                    <a:bodyPr wrap="square"/>
                    <a:lstStyle/>
                    <a:p>
                      <a:r>
                        <a:rPr sz="1050" b="0">
                          <a:solidFill>
                            <a:srgbClr val="1F1F1F"/>
                          </a:solidFill>
                          <a:latin typeface="Arial"/>
                        </a:rPr>
                        <a:t>GET /stream · GET /alerts (Flask :5001)</a:t>
                      </a:r>
                    </a:p>
                  </a:txBody>
                  <a:tcPr marL="64008" marR="64008" marT="27432" marB="27432" anchor="ctr">
                    <a:solidFill>
                      <a:srgbClr val="FFFFFF"/>
                    </a:solidFill>
                  </a:tcPr>
                </a:tc>
                <a:tc>
                  <a:txBody>
                    <a:bodyPr wrap="square"/>
                    <a:lstStyle/>
                    <a:p>
                      <a:r>
                        <a:rPr sz="1050" b="0">
                          <a:solidFill>
                            <a:srgbClr val="1F1F1F"/>
                          </a:solidFill>
                          <a:latin typeface="Arial"/>
                        </a:rPr>
                        <a:t>Admin</a:t>
                      </a:r>
                    </a:p>
                  </a:txBody>
                  <a:tcPr marL="64008" marR="64008" marT="27432" marB="27432" anchor="ctr">
                    <a:solidFill>
                      <a:srgbClr val="FFFFFF"/>
                    </a:solidFill>
                  </a:tcPr>
                </a:tc>
                <a:tc>
                  <a:txBody>
                    <a:bodyPr wrap="square"/>
                    <a:lstStyle/>
                    <a:p>
                      <a:r>
                        <a:rPr sz="1050" b="0">
                          <a:solidFill>
                            <a:srgbClr val="1F1F1F"/>
                          </a:solidFill>
                          <a:latin typeface="Arial"/>
                        </a:rPr>
                        <a:t>Live video &amp; detection state</a:t>
                      </a:r>
                    </a:p>
                  </a:txBody>
                  <a:tcPr marL="64008" marR="64008" marT="27432" marB="27432" anchor="ctr">
                    <a:solidFill>
                      <a:srgbClr val="FFFFFF"/>
                    </a:solidFill>
                  </a:tcPr>
                </a:tc>
              </a:tr>
              <a:tr h="402336">
                <a:tc>
                  <a:txBody>
                    <a:bodyPr wrap="square"/>
                    <a:lstStyle/>
                    <a:p>
                      <a:r>
                        <a:rPr sz="1050" b="0">
                          <a:solidFill>
                            <a:srgbClr val="1F1F1F"/>
                          </a:solidFill>
                          <a:latin typeface="Arial"/>
                        </a:rPr>
                        <a:t>Socket.IO: newIssueAlert · issueUpdated</a:t>
                      </a:r>
                    </a:p>
                  </a:txBody>
                  <a:tcPr marL="64008" marR="64008" marT="27432" marB="27432" anchor="ctr">
                    <a:solidFill>
                      <a:srgbClr val="FBE5D6"/>
                    </a:solidFill>
                  </a:tcPr>
                </a:tc>
                <a:tc>
                  <a:txBody>
                    <a:bodyPr wrap="square"/>
                    <a:lstStyle/>
                    <a:p>
                      <a:r>
                        <a:rPr sz="1050" b="0">
                          <a:solidFill>
                            <a:srgbClr val="1F1F1F"/>
                          </a:solidFill>
                          <a:latin typeface="Arial"/>
                        </a:rPr>
                        <a:t>All roles</a:t>
                      </a:r>
                    </a:p>
                  </a:txBody>
                  <a:tcPr marL="64008" marR="64008" marT="27432" marB="27432" anchor="ctr">
                    <a:solidFill>
                      <a:srgbClr val="FBE5D6"/>
                    </a:solidFill>
                  </a:tcPr>
                </a:tc>
                <a:tc>
                  <a:txBody>
                    <a:bodyPr wrap="square"/>
                    <a:lstStyle/>
                    <a:p>
                      <a:r>
                        <a:rPr sz="1050" b="0">
                          <a:solidFill>
                            <a:srgbClr val="1F1F1F"/>
                          </a:solidFill>
                          <a:latin typeface="Arial"/>
                        </a:rPr>
                        <a:t>Real-time updates</a:t>
                      </a:r>
                    </a:p>
                  </a:txBody>
                  <a:tcPr marL="64008" marR="64008" marT="27432" marB="27432" anchor="ctr">
                    <a:solidFill>
                      <a:srgbClr val="FBE5D6"/>
                    </a:solidFill>
                  </a:tcPr>
                </a:tc>
              </a:tr>
            </a:tbl>
          </a:graphicData>
        </a:graphic>
      </p:graphicFrame>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129</TotalTime>
  <Words>56</Words>
  <Application>Microsoft Office PowerPoint</Application>
  <PresentationFormat>Widescreen</PresentationFormat>
  <Paragraphs>19</Paragraphs>
  <Slides>15</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1_Office Theme</vt:lpstr>
      <vt:lpstr>TITLE Under the Guidance of  xxxxxx. </vt:lpstr>
      <vt:lpstr>Abstract</vt:lpstr>
      <vt:lpstr>Literature Survey</vt:lpstr>
      <vt:lpstr>Existing System</vt:lpstr>
      <vt:lpstr>Disadvantages of Existing System</vt:lpstr>
      <vt:lpstr>Proposed System</vt:lpstr>
      <vt:lpstr>Advantages of Proposed System</vt:lpstr>
      <vt:lpstr>Architecture or Flow diagram (if any)</vt:lpstr>
      <vt:lpstr>Software Requirements Specification</vt:lpstr>
      <vt:lpstr>System Design</vt:lpstr>
      <vt:lpstr>Class Diagram</vt:lpstr>
      <vt:lpstr>Sequence Diagram</vt:lpstr>
      <vt:lpstr>State Chart Diagram </vt:lpstr>
      <vt:lpstr>Deployment Diagram</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 LAB</dc:title>
  <dc:creator>pc</dc:creator>
  <cp:lastModifiedBy>kirankumar99511@outlook.com</cp:lastModifiedBy>
  <cp:revision>18</cp:revision>
  <dcterms:created xsi:type="dcterms:W3CDTF">2023-09-14T17:29:40Z</dcterms:created>
  <dcterms:modified xsi:type="dcterms:W3CDTF">2026-09-09T09:03:31Z</dcterms:modified>
</cp:coreProperties>
</file>