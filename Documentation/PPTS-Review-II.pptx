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3" r:id="rId9"/>
    <p:sldId id="270" r:id="rId10"/>
    <p:sldId id="266" r:id="rId11"/>
    <p:sldId id="269" r:id="rId12"/>
    <p:sldId id="268" r:id="rId13"/>
    <p:sldId id="272" r:id="rId14"/>
    <p:sldId id="267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E8B8D-D583-4F69-9947-E4617E7BD447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D8DE4-CADC-448F-A1F3-71805CC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7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7613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031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978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86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881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549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5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1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764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0279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592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11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kern="0"/>
              <a:pPr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22890190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898421" y="3165988"/>
            <a:ext cx="10370574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0000"/>
          </a:bodyPr>
          <a:lstStyle/>
          <a:p>
            <a:pPr lvl="0">
              <a:buSzPct val="9660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xxxxxx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84;p1"/>
          <p:cNvSpPr txBox="1">
            <a:spLocks/>
          </p:cNvSpPr>
          <p:nvPr/>
        </p:nvSpPr>
        <p:spPr>
          <a:xfrm>
            <a:off x="7973960" y="5107858"/>
            <a:ext cx="4308987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96609"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>
              <a:buSzPct val="96609"/>
            </a:pPr>
            <a:r>
              <a:rPr 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Xxxxxx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xxxxx</a:t>
            </a:r>
            <a:endParaRPr 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96609"/>
            </a:pPr>
            <a:r>
              <a:rPr 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Xxxxxx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xxxxx</a:t>
            </a:r>
            <a:endParaRPr 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96609"/>
            </a:pPr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1800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9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50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Existing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90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Disadvantages of Existing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1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6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Advantages of Proposed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5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Architecture or Flow diagram (if any)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9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Software Requirements Specification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40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Class Diagram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306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Sequence Diagram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103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State Chart Diagram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63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Deployment Diagram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764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39097" y="2408237"/>
            <a:ext cx="1097280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05771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56</Words>
  <Application>Microsoft Office PowerPoint</Application>
  <PresentationFormat>Widescreen</PresentationFormat>
  <Paragraphs>19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1_Office Theme</vt:lpstr>
      <vt:lpstr>TITLE Under the Guidance of  xxxxxx. </vt:lpstr>
      <vt:lpstr>Abstract</vt:lpstr>
      <vt:lpstr>Literature Survey</vt:lpstr>
      <vt:lpstr>Existing System</vt:lpstr>
      <vt:lpstr>Disadvantages of Existing System</vt:lpstr>
      <vt:lpstr>Proposed System</vt:lpstr>
      <vt:lpstr>Advantages of Proposed System</vt:lpstr>
      <vt:lpstr>Architecture or Flow diagram (if any)</vt:lpstr>
      <vt:lpstr>Software Requirements Specification</vt:lpstr>
      <vt:lpstr>System Design</vt:lpstr>
      <vt:lpstr>Class Diagram</vt:lpstr>
      <vt:lpstr>Sequence Diagram</vt:lpstr>
      <vt:lpstr>State Chart Diagram </vt:lpstr>
      <vt:lpstr>Deployment Diagram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LAB</dc:title>
  <dc:creator>pc</dc:creator>
  <cp:lastModifiedBy>kirankumar99511@outlook.com</cp:lastModifiedBy>
  <cp:revision>18</cp:revision>
  <dcterms:created xsi:type="dcterms:W3CDTF">2023-09-14T17:29:40Z</dcterms:created>
  <dcterms:modified xsi:type="dcterms:W3CDTF">2026-09-09T09:03:31Z</dcterms:modified>
</cp:coreProperties>
</file>